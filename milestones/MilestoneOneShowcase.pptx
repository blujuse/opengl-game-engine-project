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62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CBFF0D-E38A-4986-9660-CE3CC07733DE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85AFADA-CBF0-4250-8B6C-1820FD0DDFD1}">
      <dgm:prSet/>
      <dgm:spPr/>
      <dgm:t>
        <a:bodyPr/>
        <a:lstStyle/>
        <a:p>
          <a:r>
            <a:rPr lang="en-GB"/>
            <a:t>FPS Camera</a:t>
          </a:r>
          <a:endParaRPr lang="en-US"/>
        </a:p>
      </dgm:t>
    </dgm:pt>
    <dgm:pt modelId="{A3F9F2C6-7C10-4DAF-B338-1ED9FCC24949}" type="parTrans" cxnId="{604D1F4C-BBEF-4846-92E4-439712862E4C}">
      <dgm:prSet/>
      <dgm:spPr/>
      <dgm:t>
        <a:bodyPr/>
        <a:lstStyle/>
        <a:p>
          <a:endParaRPr lang="en-US"/>
        </a:p>
      </dgm:t>
    </dgm:pt>
    <dgm:pt modelId="{010BCB91-F4E4-4799-82D1-CA6EC3893DE3}" type="sibTrans" cxnId="{604D1F4C-BBEF-4846-92E4-439712862E4C}">
      <dgm:prSet/>
      <dgm:spPr/>
      <dgm:t>
        <a:bodyPr/>
        <a:lstStyle/>
        <a:p>
          <a:endParaRPr lang="en-US"/>
        </a:p>
      </dgm:t>
    </dgm:pt>
    <dgm:pt modelId="{F7C29E48-4FC8-4858-B241-62EAA60ED77A}">
      <dgm:prSet/>
      <dgm:spPr/>
      <dgm:t>
        <a:bodyPr/>
        <a:lstStyle/>
        <a:p>
          <a:r>
            <a:rPr lang="en-GB"/>
            <a:t>5 Models, Trees, Temple, Water, Crocodiles, A “Relic”</a:t>
          </a:r>
          <a:endParaRPr lang="en-US"/>
        </a:p>
      </dgm:t>
    </dgm:pt>
    <dgm:pt modelId="{4429F786-0EFA-42F8-9DC5-93451E0799A2}" type="parTrans" cxnId="{23B4FC07-F2CA-4C08-A4FE-9EAAEB4F4592}">
      <dgm:prSet/>
      <dgm:spPr/>
      <dgm:t>
        <a:bodyPr/>
        <a:lstStyle/>
        <a:p>
          <a:endParaRPr lang="en-US"/>
        </a:p>
      </dgm:t>
    </dgm:pt>
    <dgm:pt modelId="{6AF88A63-710B-4860-B053-E95EF841DD45}" type="sibTrans" cxnId="{23B4FC07-F2CA-4C08-A4FE-9EAAEB4F4592}">
      <dgm:prSet/>
      <dgm:spPr/>
      <dgm:t>
        <a:bodyPr/>
        <a:lstStyle/>
        <a:p>
          <a:endParaRPr lang="en-US"/>
        </a:p>
      </dgm:t>
    </dgm:pt>
    <dgm:pt modelId="{1C39EB28-6CEE-404C-A57C-798E63400B19}">
      <dgm:prSet/>
      <dgm:spPr/>
      <dgm:t>
        <a:bodyPr/>
        <a:lstStyle/>
        <a:p>
          <a:r>
            <a:rPr lang="en-GB"/>
            <a:t>Terrain using heightmap from file, used for floors and rock walls</a:t>
          </a:r>
          <a:endParaRPr lang="en-US"/>
        </a:p>
      </dgm:t>
    </dgm:pt>
    <dgm:pt modelId="{74FF0948-1C20-43C4-8DE2-42688FFDCF3B}" type="parTrans" cxnId="{114056AC-D140-426D-93B7-F47C8540011D}">
      <dgm:prSet/>
      <dgm:spPr/>
      <dgm:t>
        <a:bodyPr/>
        <a:lstStyle/>
        <a:p>
          <a:endParaRPr lang="en-US"/>
        </a:p>
      </dgm:t>
    </dgm:pt>
    <dgm:pt modelId="{F2898823-F666-4DE1-A447-EF4B40873502}" type="sibTrans" cxnId="{114056AC-D140-426D-93B7-F47C8540011D}">
      <dgm:prSet/>
      <dgm:spPr/>
      <dgm:t>
        <a:bodyPr/>
        <a:lstStyle/>
        <a:p>
          <a:endParaRPr lang="en-US"/>
        </a:p>
      </dgm:t>
    </dgm:pt>
    <dgm:pt modelId="{9A46B904-7A74-4D0D-A7D3-068CBFC6A9CA}">
      <dgm:prSet/>
      <dgm:spPr/>
      <dgm:t>
        <a:bodyPr/>
        <a:lstStyle/>
        <a:p>
          <a:r>
            <a:rPr lang="en-GB"/>
            <a:t>Navigable level using Keyboard &amp; Mouse</a:t>
          </a:r>
          <a:endParaRPr lang="en-US"/>
        </a:p>
      </dgm:t>
    </dgm:pt>
    <dgm:pt modelId="{2E2BB47E-682E-459B-A6CB-4642BFAE0910}" type="parTrans" cxnId="{51B831EE-2D04-4FA6-95DE-27800EAE03FC}">
      <dgm:prSet/>
      <dgm:spPr/>
      <dgm:t>
        <a:bodyPr/>
        <a:lstStyle/>
        <a:p>
          <a:endParaRPr lang="en-US"/>
        </a:p>
      </dgm:t>
    </dgm:pt>
    <dgm:pt modelId="{756BCB86-7009-47C7-B618-71BF8F9FEB6C}" type="sibTrans" cxnId="{51B831EE-2D04-4FA6-95DE-27800EAE03FC}">
      <dgm:prSet/>
      <dgm:spPr/>
      <dgm:t>
        <a:bodyPr/>
        <a:lstStyle/>
        <a:p>
          <a:endParaRPr lang="en-US"/>
        </a:p>
      </dgm:t>
    </dgm:pt>
    <dgm:pt modelId="{671D1D69-88AC-4D83-ABD5-D8298E435248}">
      <dgm:prSet/>
      <dgm:spPr/>
      <dgm:t>
        <a:bodyPr/>
        <a:lstStyle/>
        <a:p>
          <a:r>
            <a:rPr lang="en-GB"/>
            <a:t>UV Textures on models</a:t>
          </a:r>
          <a:endParaRPr lang="en-US"/>
        </a:p>
      </dgm:t>
    </dgm:pt>
    <dgm:pt modelId="{7BCA5601-5E70-45FF-8F7F-AF3A676E1034}" type="parTrans" cxnId="{C31CC814-4266-4800-92B2-0BC22A514F98}">
      <dgm:prSet/>
      <dgm:spPr/>
      <dgm:t>
        <a:bodyPr/>
        <a:lstStyle/>
        <a:p>
          <a:endParaRPr lang="en-US"/>
        </a:p>
      </dgm:t>
    </dgm:pt>
    <dgm:pt modelId="{A2712D8F-5A33-47DC-9FF7-74BD00927647}" type="sibTrans" cxnId="{C31CC814-4266-4800-92B2-0BC22A514F98}">
      <dgm:prSet/>
      <dgm:spPr/>
      <dgm:t>
        <a:bodyPr/>
        <a:lstStyle/>
        <a:p>
          <a:endParaRPr lang="en-US"/>
        </a:p>
      </dgm:t>
    </dgm:pt>
    <dgm:pt modelId="{FB01B122-2435-4163-9ED8-DF02C29ED39C}">
      <dgm:prSet/>
      <dgm:spPr/>
      <dgm:t>
        <a:bodyPr/>
        <a:lstStyle/>
        <a:p>
          <a:r>
            <a:rPr lang="en-GB"/>
            <a:t>Skydome of sunny weather, jungle theme</a:t>
          </a:r>
          <a:endParaRPr lang="en-US"/>
        </a:p>
      </dgm:t>
    </dgm:pt>
    <dgm:pt modelId="{B6ADF91D-EA06-436D-838E-270CF7C1358C}" type="parTrans" cxnId="{CCE4B282-2275-445C-B47A-08D2CBE28BFB}">
      <dgm:prSet/>
      <dgm:spPr/>
      <dgm:t>
        <a:bodyPr/>
        <a:lstStyle/>
        <a:p>
          <a:endParaRPr lang="en-US"/>
        </a:p>
      </dgm:t>
    </dgm:pt>
    <dgm:pt modelId="{E02BC6FF-DD49-4929-9FC1-3AA572A18860}" type="sibTrans" cxnId="{CCE4B282-2275-445C-B47A-08D2CBE28BFB}">
      <dgm:prSet/>
      <dgm:spPr/>
      <dgm:t>
        <a:bodyPr/>
        <a:lstStyle/>
        <a:p>
          <a:endParaRPr lang="en-US"/>
        </a:p>
      </dgm:t>
    </dgm:pt>
    <dgm:pt modelId="{4115EF3B-8BC5-416D-B46D-845A5C2612BC}">
      <dgm:prSet/>
      <dgm:spPr/>
      <dgm:t>
        <a:bodyPr/>
        <a:lstStyle/>
        <a:p>
          <a:r>
            <a:rPr lang="en-GB"/>
            <a:t>Text UI displays fps, player location</a:t>
          </a:r>
          <a:endParaRPr lang="en-US"/>
        </a:p>
      </dgm:t>
    </dgm:pt>
    <dgm:pt modelId="{B298BD0F-58CE-4764-83C8-01EBCFE7F918}" type="parTrans" cxnId="{BB2C951F-2ADE-4CC1-8F2C-FF84B7445BCD}">
      <dgm:prSet/>
      <dgm:spPr/>
      <dgm:t>
        <a:bodyPr/>
        <a:lstStyle/>
        <a:p>
          <a:endParaRPr lang="en-US"/>
        </a:p>
      </dgm:t>
    </dgm:pt>
    <dgm:pt modelId="{66E5D886-055F-4BBC-B114-C90E1876A148}" type="sibTrans" cxnId="{BB2C951F-2ADE-4CC1-8F2C-FF84B7445BCD}">
      <dgm:prSet/>
      <dgm:spPr/>
      <dgm:t>
        <a:bodyPr/>
        <a:lstStyle/>
        <a:p>
          <a:endParaRPr lang="en-US"/>
        </a:p>
      </dgm:t>
    </dgm:pt>
    <dgm:pt modelId="{CE5F2836-BEBD-4BC6-8306-85DF03E51748}">
      <dgm:prSet/>
      <dgm:spPr/>
      <dgm:t>
        <a:bodyPr/>
        <a:lstStyle/>
        <a:p>
          <a:r>
            <a:rPr lang="en-GB"/>
            <a:t>Billboarded Clouds</a:t>
          </a:r>
          <a:endParaRPr lang="en-US"/>
        </a:p>
      </dgm:t>
    </dgm:pt>
    <dgm:pt modelId="{EE33F3F7-6403-4249-914A-428D0F5FBD26}" type="parTrans" cxnId="{611EE5C5-AD0A-43C8-8D10-8049E24781C1}">
      <dgm:prSet/>
      <dgm:spPr/>
      <dgm:t>
        <a:bodyPr/>
        <a:lstStyle/>
        <a:p>
          <a:endParaRPr lang="en-US"/>
        </a:p>
      </dgm:t>
    </dgm:pt>
    <dgm:pt modelId="{FEC88307-78D5-4CDC-A9F6-3AB78DA59D3F}" type="sibTrans" cxnId="{611EE5C5-AD0A-43C8-8D10-8049E24781C1}">
      <dgm:prSet/>
      <dgm:spPr/>
      <dgm:t>
        <a:bodyPr/>
        <a:lstStyle/>
        <a:p>
          <a:endParaRPr lang="en-US"/>
        </a:p>
      </dgm:t>
    </dgm:pt>
    <dgm:pt modelId="{4F629476-E6B5-4DE0-9D26-CB9590363C88}">
      <dgm:prSet/>
      <dgm:spPr/>
      <dgm:t>
        <a:bodyPr/>
        <a:lstStyle/>
        <a:p>
          <a:r>
            <a:rPr lang="en-GB"/>
            <a:t>Lighting/Shadows</a:t>
          </a:r>
          <a:endParaRPr lang="en-US"/>
        </a:p>
      </dgm:t>
    </dgm:pt>
    <dgm:pt modelId="{0F1D91AE-4E2B-4929-9411-D8323582CA59}" type="parTrans" cxnId="{7750E86B-17F2-456B-95A8-F19AF2447777}">
      <dgm:prSet/>
      <dgm:spPr/>
      <dgm:t>
        <a:bodyPr/>
        <a:lstStyle/>
        <a:p>
          <a:endParaRPr lang="en-US"/>
        </a:p>
      </dgm:t>
    </dgm:pt>
    <dgm:pt modelId="{7DE9CCD0-8D2A-4C87-9DB5-14468F48BCD8}" type="sibTrans" cxnId="{7750E86B-17F2-456B-95A8-F19AF2447777}">
      <dgm:prSet/>
      <dgm:spPr/>
      <dgm:t>
        <a:bodyPr/>
        <a:lstStyle/>
        <a:p>
          <a:endParaRPr lang="en-US"/>
        </a:p>
      </dgm:t>
    </dgm:pt>
    <dgm:pt modelId="{53FD6D3B-8871-46E6-B6C6-540DCED761D7}">
      <dgm:prSet/>
      <dgm:spPr/>
      <dgm:t>
        <a:bodyPr/>
        <a:lstStyle/>
        <a:p>
          <a:r>
            <a:rPr lang="en-GB"/>
            <a:t>Reflections</a:t>
          </a:r>
          <a:endParaRPr lang="en-US"/>
        </a:p>
      </dgm:t>
    </dgm:pt>
    <dgm:pt modelId="{EB5E2AF1-D839-4768-A860-8EA42563F16B}" type="parTrans" cxnId="{FEA484E2-C0E0-408E-9A13-AE8C61B9C810}">
      <dgm:prSet/>
      <dgm:spPr/>
      <dgm:t>
        <a:bodyPr/>
        <a:lstStyle/>
        <a:p>
          <a:endParaRPr lang="en-US"/>
        </a:p>
      </dgm:t>
    </dgm:pt>
    <dgm:pt modelId="{870905BE-1C2A-4023-B1A5-F7897F76E44D}" type="sibTrans" cxnId="{FEA484E2-C0E0-408E-9A13-AE8C61B9C810}">
      <dgm:prSet/>
      <dgm:spPr/>
      <dgm:t>
        <a:bodyPr/>
        <a:lstStyle/>
        <a:p>
          <a:endParaRPr lang="en-US"/>
        </a:p>
      </dgm:t>
    </dgm:pt>
    <dgm:pt modelId="{0CBB7AE7-5E46-43EF-A6B9-3A0F450FF4F1}">
      <dgm:prSet/>
      <dgm:spPr/>
      <dgm:t>
        <a:bodyPr/>
        <a:lstStyle/>
        <a:p>
          <a:r>
            <a:rPr lang="en-GB"/>
            <a:t>Particles for water</a:t>
          </a:r>
          <a:endParaRPr lang="en-US"/>
        </a:p>
      </dgm:t>
    </dgm:pt>
    <dgm:pt modelId="{95A2CA99-E00B-4467-BD98-45AC0DCFC333}" type="parTrans" cxnId="{8CE40833-4EC0-420C-9DA8-9F737E84ADEE}">
      <dgm:prSet/>
      <dgm:spPr/>
      <dgm:t>
        <a:bodyPr/>
        <a:lstStyle/>
        <a:p>
          <a:endParaRPr lang="en-US"/>
        </a:p>
      </dgm:t>
    </dgm:pt>
    <dgm:pt modelId="{FC6BF6D2-A7B3-42AA-A7F5-1AD8C3609702}" type="sibTrans" cxnId="{8CE40833-4EC0-420C-9DA8-9F737E84ADEE}">
      <dgm:prSet/>
      <dgm:spPr/>
      <dgm:t>
        <a:bodyPr/>
        <a:lstStyle/>
        <a:p>
          <a:endParaRPr lang="en-US"/>
        </a:p>
      </dgm:t>
    </dgm:pt>
    <dgm:pt modelId="{E10D337F-B28E-4E69-8C63-B87CD6BA8B09}">
      <dgm:prSet/>
      <dgm:spPr/>
      <dgm:t>
        <a:bodyPr/>
        <a:lstStyle/>
        <a:p>
          <a:r>
            <a:rPr lang="en-GB"/>
            <a:t>Volumetric Fog</a:t>
          </a:r>
          <a:endParaRPr lang="en-US"/>
        </a:p>
      </dgm:t>
    </dgm:pt>
    <dgm:pt modelId="{FBA86933-2AF7-4435-B819-91E0E6B22025}" type="parTrans" cxnId="{7BD682B2-32AA-4293-A3C9-E20242A1F1DF}">
      <dgm:prSet/>
      <dgm:spPr/>
      <dgm:t>
        <a:bodyPr/>
        <a:lstStyle/>
        <a:p>
          <a:endParaRPr lang="en-US"/>
        </a:p>
      </dgm:t>
    </dgm:pt>
    <dgm:pt modelId="{17DCC5F2-F22C-447E-8956-7EC46DFA9A68}" type="sibTrans" cxnId="{7BD682B2-32AA-4293-A3C9-E20242A1F1DF}">
      <dgm:prSet/>
      <dgm:spPr/>
      <dgm:t>
        <a:bodyPr/>
        <a:lstStyle/>
        <a:p>
          <a:endParaRPr lang="en-US"/>
        </a:p>
      </dgm:t>
    </dgm:pt>
    <dgm:pt modelId="{513B5C26-01E2-42AD-97DA-65B4CA215B0D}" type="pres">
      <dgm:prSet presAssocID="{25CBFF0D-E38A-4986-9660-CE3CC07733DE}" presName="diagram" presStyleCnt="0">
        <dgm:presLayoutVars>
          <dgm:dir/>
          <dgm:resizeHandles val="exact"/>
        </dgm:presLayoutVars>
      </dgm:prSet>
      <dgm:spPr/>
    </dgm:pt>
    <dgm:pt modelId="{F6ACE348-330E-4343-A333-E880774BB46C}" type="pres">
      <dgm:prSet presAssocID="{085AFADA-CBF0-4250-8B6C-1820FD0DDFD1}" presName="node" presStyleLbl="node1" presStyleIdx="0" presStyleCnt="12">
        <dgm:presLayoutVars>
          <dgm:bulletEnabled val="1"/>
        </dgm:presLayoutVars>
      </dgm:prSet>
      <dgm:spPr/>
    </dgm:pt>
    <dgm:pt modelId="{83F4971E-999A-42DA-8AE2-A493E9EC9BC6}" type="pres">
      <dgm:prSet presAssocID="{010BCB91-F4E4-4799-82D1-CA6EC3893DE3}" presName="sibTrans" presStyleCnt="0"/>
      <dgm:spPr/>
    </dgm:pt>
    <dgm:pt modelId="{387D9A22-1C9A-42F4-8D67-D86C764FE5CF}" type="pres">
      <dgm:prSet presAssocID="{F7C29E48-4FC8-4858-B241-62EAA60ED77A}" presName="node" presStyleLbl="node1" presStyleIdx="1" presStyleCnt="12">
        <dgm:presLayoutVars>
          <dgm:bulletEnabled val="1"/>
        </dgm:presLayoutVars>
      </dgm:prSet>
      <dgm:spPr/>
    </dgm:pt>
    <dgm:pt modelId="{BD44A4FF-9454-43D3-89AF-DF117BE2AF5B}" type="pres">
      <dgm:prSet presAssocID="{6AF88A63-710B-4860-B053-E95EF841DD45}" presName="sibTrans" presStyleCnt="0"/>
      <dgm:spPr/>
    </dgm:pt>
    <dgm:pt modelId="{E6BDF0BD-8BCC-4115-B364-AC19C624DB8B}" type="pres">
      <dgm:prSet presAssocID="{1C39EB28-6CEE-404C-A57C-798E63400B19}" presName="node" presStyleLbl="node1" presStyleIdx="2" presStyleCnt="12">
        <dgm:presLayoutVars>
          <dgm:bulletEnabled val="1"/>
        </dgm:presLayoutVars>
      </dgm:prSet>
      <dgm:spPr/>
    </dgm:pt>
    <dgm:pt modelId="{65340E64-486E-40FF-90B4-4F7881697C5A}" type="pres">
      <dgm:prSet presAssocID="{F2898823-F666-4DE1-A447-EF4B40873502}" presName="sibTrans" presStyleCnt="0"/>
      <dgm:spPr/>
    </dgm:pt>
    <dgm:pt modelId="{F01B84C2-5D24-4144-945E-90AE2C8121A0}" type="pres">
      <dgm:prSet presAssocID="{9A46B904-7A74-4D0D-A7D3-068CBFC6A9CA}" presName="node" presStyleLbl="node1" presStyleIdx="3" presStyleCnt="12">
        <dgm:presLayoutVars>
          <dgm:bulletEnabled val="1"/>
        </dgm:presLayoutVars>
      </dgm:prSet>
      <dgm:spPr/>
    </dgm:pt>
    <dgm:pt modelId="{4E8F5A75-C724-4B15-B8BD-7B876318DD16}" type="pres">
      <dgm:prSet presAssocID="{756BCB86-7009-47C7-B618-71BF8F9FEB6C}" presName="sibTrans" presStyleCnt="0"/>
      <dgm:spPr/>
    </dgm:pt>
    <dgm:pt modelId="{65B6FD80-CCDE-41C2-8E48-15F0ED033873}" type="pres">
      <dgm:prSet presAssocID="{671D1D69-88AC-4D83-ABD5-D8298E435248}" presName="node" presStyleLbl="node1" presStyleIdx="4" presStyleCnt="12">
        <dgm:presLayoutVars>
          <dgm:bulletEnabled val="1"/>
        </dgm:presLayoutVars>
      </dgm:prSet>
      <dgm:spPr/>
    </dgm:pt>
    <dgm:pt modelId="{B7A25C19-D6B7-4B89-A3D0-9AE43F8AE1E2}" type="pres">
      <dgm:prSet presAssocID="{A2712D8F-5A33-47DC-9FF7-74BD00927647}" presName="sibTrans" presStyleCnt="0"/>
      <dgm:spPr/>
    </dgm:pt>
    <dgm:pt modelId="{78A348EC-D2D4-4068-A7E2-30C32D6D7CD0}" type="pres">
      <dgm:prSet presAssocID="{FB01B122-2435-4163-9ED8-DF02C29ED39C}" presName="node" presStyleLbl="node1" presStyleIdx="5" presStyleCnt="12">
        <dgm:presLayoutVars>
          <dgm:bulletEnabled val="1"/>
        </dgm:presLayoutVars>
      </dgm:prSet>
      <dgm:spPr/>
    </dgm:pt>
    <dgm:pt modelId="{EB799CCE-DDCF-4AD7-A78F-70D3015B2FB7}" type="pres">
      <dgm:prSet presAssocID="{E02BC6FF-DD49-4929-9FC1-3AA572A18860}" presName="sibTrans" presStyleCnt="0"/>
      <dgm:spPr/>
    </dgm:pt>
    <dgm:pt modelId="{5C1EC1C3-FC49-4F12-8D42-2707E957362C}" type="pres">
      <dgm:prSet presAssocID="{4115EF3B-8BC5-416D-B46D-845A5C2612BC}" presName="node" presStyleLbl="node1" presStyleIdx="6" presStyleCnt="12">
        <dgm:presLayoutVars>
          <dgm:bulletEnabled val="1"/>
        </dgm:presLayoutVars>
      </dgm:prSet>
      <dgm:spPr/>
    </dgm:pt>
    <dgm:pt modelId="{247E435D-17DC-4F2E-8757-02E4F8B18969}" type="pres">
      <dgm:prSet presAssocID="{66E5D886-055F-4BBC-B114-C90E1876A148}" presName="sibTrans" presStyleCnt="0"/>
      <dgm:spPr/>
    </dgm:pt>
    <dgm:pt modelId="{9459372F-EE85-46C9-8C2A-D659D278C2D3}" type="pres">
      <dgm:prSet presAssocID="{CE5F2836-BEBD-4BC6-8306-85DF03E51748}" presName="node" presStyleLbl="node1" presStyleIdx="7" presStyleCnt="12">
        <dgm:presLayoutVars>
          <dgm:bulletEnabled val="1"/>
        </dgm:presLayoutVars>
      </dgm:prSet>
      <dgm:spPr/>
    </dgm:pt>
    <dgm:pt modelId="{272C90C3-F152-46B9-93E6-449D3E116981}" type="pres">
      <dgm:prSet presAssocID="{FEC88307-78D5-4CDC-A9F6-3AB78DA59D3F}" presName="sibTrans" presStyleCnt="0"/>
      <dgm:spPr/>
    </dgm:pt>
    <dgm:pt modelId="{AEAE2871-9AEA-4757-9812-D575433F8AD6}" type="pres">
      <dgm:prSet presAssocID="{4F629476-E6B5-4DE0-9D26-CB9590363C88}" presName="node" presStyleLbl="node1" presStyleIdx="8" presStyleCnt="12">
        <dgm:presLayoutVars>
          <dgm:bulletEnabled val="1"/>
        </dgm:presLayoutVars>
      </dgm:prSet>
      <dgm:spPr/>
    </dgm:pt>
    <dgm:pt modelId="{7D9668D9-0738-420E-8BD1-BABF4B128B39}" type="pres">
      <dgm:prSet presAssocID="{7DE9CCD0-8D2A-4C87-9DB5-14468F48BCD8}" presName="sibTrans" presStyleCnt="0"/>
      <dgm:spPr/>
    </dgm:pt>
    <dgm:pt modelId="{64C1074E-C91F-442F-BD7C-A95632B21C8E}" type="pres">
      <dgm:prSet presAssocID="{53FD6D3B-8871-46E6-B6C6-540DCED761D7}" presName="node" presStyleLbl="node1" presStyleIdx="9" presStyleCnt="12">
        <dgm:presLayoutVars>
          <dgm:bulletEnabled val="1"/>
        </dgm:presLayoutVars>
      </dgm:prSet>
      <dgm:spPr/>
    </dgm:pt>
    <dgm:pt modelId="{3D57809D-02C5-4D38-ABBC-C7FF5B44D009}" type="pres">
      <dgm:prSet presAssocID="{870905BE-1C2A-4023-B1A5-F7897F76E44D}" presName="sibTrans" presStyleCnt="0"/>
      <dgm:spPr/>
    </dgm:pt>
    <dgm:pt modelId="{925C99FD-81CE-4BC2-818D-9CC41F6620A8}" type="pres">
      <dgm:prSet presAssocID="{0CBB7AE7-5E46-43EF-A6B9-3A0F450FF4F1}" presName="node" presStyleLbl="node1" presStyleIdx="10" presStyleCnt="12">
        <dgm:presLayoutVars>
          <dgm:bulletEnabled val="1"/>
        </dgm:presLayoutVars>
      </dgm:prSet>
      <dgm:spPr/>
    </dgm:pt>
    <dgm:pt modelId="{A7DD6868-FAE1-402A-A068-CA45DAF70956}" type="pres">
      <dgm:prSet presAssocID="{FC6BF6D2-A7B3-42AA-A7F5-1AD8C3609702}" presName="sibTrans" presStyleCnt="0"/>
      <dgm:spPr/>
    </dgm:pt>
    <dgm:pt modelId="{2D8E5AF1-2343-4EED-AFB8-322C7B3C393E}" type="pres">
      <dgm:prSet presAssocID="{E10D337F-B28E-4E69-8C63-B87CD6BA8B09}" presName="node" presStyleLbl="node1" presStyleIdx="11" presStyleCnt="12">
        <dgm:presLayoutVars>
          <dgm:bulletEnabled val="1"/>
        </dgm:presLayoutVars>
      </dgm:prSet>
      <dgm:spPr/>
    </dgm:pt>
  </dgm:ptLst>
  <dgm:cxnLst>
    <dgm:cxn modelId="{638F1D03-AA7A-471C-83F6-5977B78DFE85}" type="presOf" srcId="{25CBFF0D-E38A-4986-9660-CE3CC07733DE}" destId="{513B5C26-01E2-42AD-97DA-65B4CA215B0D}" srcOrd="0" destOrd="0" presId="urn:microsoft.com/office/officeart/2005/8/layout/default"/>
    <dgm:cxn modelId="{23B4FC07-F2CA-4C08-A4FE-9EAAEB4F4592}" srcId="{25CBFF0D-E38A-4986-9660-CE3CC07733DE}" destId="{F7C29E48-4FC8-4858-B241-62EAA60ED77A}" srcOrd="1" destOrd="0" parTransId="{4429F786-0EFA-42F8-9DC5-93451E0799A2}" sibTransId="{6AF88A63-710B-4860-B053-E95EF841DD45}"/>
    <dgm:cxn modelId="{9BF6100F-A5B4-4112-BC12-ED856051705C}" type="presOf" srcId="{1C39EB28-6CEE-404C-A57C-798E63400B19}" destId="{E6BDF0BD-8BCC-4115-B364-AC19C624DB8B}" srcOrd="0" destOrd="0" presId="urn:microsoft.com/office/officeart/2005/8/layout/default"/>
    <dgm:cxn modelId="{0B442E13-DC00-478C-9C8F-FF138842DD31}" type="presOf" srcId="{671D1D69-88AC-4D83-ABD5-D8298E435248}" destId="{65B6FD80-CCDE-41C2-8E48-15F0ED033873}" srcOrd="0" destOrd="0" presId="urn:microsoft.com/office/officeart/2005/8/layout/default"/>
    <dgm:cxn modelId="{C31CC814-4266-4800-92B2-0BC22A514F98}" srcId="{25CBFF0D-E38A-4986-9660-CE3CC07733DE}" destId="{671D1D69-88AC-4D83-ABD5-D8298E435248}" srcOrd="4" destOrd="0" parTransId="{7BCA5601-5E70-45FF-8F7F-AF3A676E1034}" sibTransId="{A2712D8F-5A33-47DC-9FF7-74BD00927647}"/>
    <dgm:cxn modelId="{6939FF14-4586-4805-929D-F8FBB06296F3}" type="presOf" srcId="{4115EF3B-8BC5-416D-B46D-845A5C2612BC}" destId="{5C1EC1C3-FC49-4F12-8D42-2707E957362C}" srcOrd="0" destOrd="0" presId="urn:microsoft.com/office/officeart/2005/8/layout/default"/>
    <dgm:cxn modelId="{BB2C951F-2ADE-4CC1-8F2C-FF84B7445BCD}" srcId="{25CBFF0D-E38A-4986-9660-CE3CC07733DE}" destId="{4115EF3B-8BC5-416D-B46D-845A5C2612BC}" srcOrd="6" destOrd="0" parTransId="{B298BD0F-58CE-4764-83C8-01EBCFE7F918}" sibTransId="{66E5D886-055F-4BBC-B114-C90E1876A148}"/>
    <dgm:cxn modelId="{8CE40833-4EC0-420C-9DA8-9F737E84ADEE}" srcId="{25CBFF0D-E38A-4986-9660-CE3CC07733DE}" destId="{0CBB7AE7-5E46-43EF-A6B9-3A0F450FF4F1}" srcOrd="10" destOrd="0" parTransId="{95A2CA99-E00B-4467-BD98-45AC0DCFC333}" sibTransId="{FC6BF6D2-A7B3-42AA-A7F5-1AD8C3609702}"/>
    <dgm:cxn modelId="{1DC12D3F-B246-457E-8659-1F9BE901AE59}" type="presOf" srcId="{53FD6D3B-8871-46E6-B6C6-540DCED761D7}" destId="{64C1074E-C91F-442F-BD7C-A95632B21C8E}" srcOrd="0" destOrd="0" presId="urn:microsoft.com/office/officeart/2005/8/layout/default"/>
    <dgm:cxn modelId="{7750E86B-17F2-456B-95A8-F19AF2447777}" srcId="{25CBFF0D-E38A-4986-9660-CE3CC07733DE}" destId="{4F629476-E6B5-4DE0-9D26-CB9590363C88}" srcOrd="8" destOrd="0" parTransId="{0F1D91AE-4E2B-4929-9411-D8323582CA59}" sibTransId="{7DE9CCD0-8D2A-4C87-9DB5-14468F48BCD8}"/>
    <dgm:cxn modelId="{604D1F4C-BBEF-4846-92E4-439712862E4C}" srcId="{25CBFF0D-E38A-4986-9660-CE3CC07733DE}" destId="{085AFADA-CBF0-4250-8B6C-1820FD0DDFD1}" srcOrd="0" destOrd="0" parTransId="{A3F9F2C6-7C10-4DAF-B338-1ED9FCC24949}" sibTransId="{010BCB91-F4E4-4799-82D1-CA6EC3893DE3}"/>
    <dgm:cxn modelId="{86C88A55-34AD-478F-AD47-0F3F2FE78F55}" type="presOf" srcId="{4F629476-E6B5-4DE0-9D26-CB9590363C88}" destId="{AEAE2871-9AEA-4757-9812-D575433F8AD6}" srcOrd="0" destOrd="0" presId="urn:microsoft.com/office/officeart/2005/8/layout/default"/>
    <dgm:cxn modelId="{A32AB157-7922-438D-8439-64E146CEE4AB}" type="presOf" srcId="{CE5F2836-BEBD-4BC6-8306-85DF03E51748}" destId="{9459372F-EE85-46C9-8C2A-D659D278C2D3}" srcOrd="0" destOrd="0" presId="urn:microsoft.com/office/officeart/2005/8/layout/default"/>
    <dgm:cxn modelId="{CCE4B282-2275-445C-B47A-08D2CBE28BFB}" srcId="{25CBFF0D-E38A-4986-9660-CE3CC07733DE}" destId="{FB01B122-2435-4163-9ED8-DF02C29ED39C}" srcOrd="5" destOrd="0" parTransId="{B6ADF91D-EA06-436D-838E-270CF7C1358C}" sibTransId="{E02BC6FF-DD49-4929-9FC1-3AA572A18860}"/>
    <dgm:cxn modelId="{F891B982-7383-48CA-BBA0-23D0131E654A}" type="presOf" srcId="{E10D337F-B28E-4E69-8C63-B87CD6BA8B09}" destId="{2D8E5AF1-2343-4EED-AFB8-322C7B3C393E}" srcOrd="0" destOrd="0" presId="urn:microsoft.com/office/officeart/2005/8/layout/default"/>
    <dgm:cxn modelId="{4D1F8A87-5D46-4C07-831D-9384CB93C118}" type="presOf" srcId="{FB01B122-2435-4163-9ED8-DF02C29ED39C}" destId="{78A348EC-D2D4-4068-A7E2-30C32D6D7CD0}" srcOrd="0" destOrd="0" presId="urn:microsoft.com/office/officeart/2005/8/layout/default"/>
    <dgm:cxn modelId="{25FE9499-A1B5-42E6-8C4C-B3DBC2F10166}" type="presOf" srcId="{9A46B904-7A74-4D0D-A7D3-068CBFC6A9CA}" destId="{F01B84C2-5D24-4144-945E-90AE2C8121A0}" srcOrd="0" destOrd="0" presId="urn:microsoft.com/office/officeart/2005/8/layout/default"/>
    <dgm:cxn modelId="{DAC2849B-F46A-490A-B4A1-06B225A57DF6}" type="presOf" srcId="{F7C29E48-4FC8-4858-B241-62EAA60ED77A}" destId="{387D9A22-1C9A-42F4-8D67-D86C764FE5CF}" srcOrd="0" destOrd="0" presId="urn:microsoft.com/office/officeart/2005/8/layout/default"/>
    <dgm:cxn modelId="{114056AC-D140-426D-93B7-F47C8540011D}" srcId="{25CBFF0D-E38A-4986-9660-CE3CC07733DE}" destId="{1C39EB28-6CEE-404C-A57C-798E63400B19}" srcOrd="2" destOrd="0" parTransId="{74FF0948-1C20-43C4-8DE2-42688FFDCF3B}" sibTransId="{F2898823-F666-4DE1-A447-EF4B40873502}"/>
    <dgm:cxn modelId="{7BD682B2-32AA-4293-A3C9-E20242A1F1DF}" srcId="{25CBFF0D-E38A-4986-9660-CE3CC07733DE}" destId="{E10D337F-B28E-4E69-8C63-B87CD6BA8B09}" srcOrd="11" destOrd="0" parTransId="{FBA86933-2AF7-4435-B819-91E0E6B22025}" sibTransId="{17DCC5F2-F22C-447E-8956-7EC46DFA9A68}"/>
    <dgm:cxn modelId="{611EE5C5-AD0A-43C8-8D10-8049E24781C1}" srcId="{25CBFF0D-E38A-4986-9660-CE3CC07733DE}" destId="{CE5F2836-BEBD-4BC6-8306-85DF03E51748}" srcOrd="7" destOrd="0" parTransId="{EE33F3F7-6403-4249-914A-428D0F5FBD26}" sibTransId="{FEC88307-78D5-4CDC-A9F6-3AB78DA59D3F}"/>
    <dgm:cxn modelId="{88E3A0D8-62B3-4255-AB03-773085CCF4D7}" type="presOf" srcId="{085AFADA-CBF0-4250-8B6C-1820FD0DDFD1}" destId="{F6ACE348-330E-4343-A333-E880774BB46C}" srcOrd="0" destOrd="0" presId="urn:microsoft.com/office/officeart/2005/8/layout/default"/>
    <dgm:cxn modelId="{47824EE1-4002-4EC9-BF18-3336676E1367}" type="presOf" srcId="{0CBB7AE7-5E46-43EF-A6B9-3A0F450FF4F1}" destId="{925C99FD-81CE-4BC2-818D-9CC41F6620A8}" srcOrd="0" destOrd="0" presId="urn:microsoft.com/office/officeart/2005/8/layout/default"/>
    <dgm:cxn modelId="{FEA484E2-C0E0-408E-9A13-AE8C61B9C810}" srcId="{25CBFF0D-E38A-4986-9660-CE3CC07733DE}" destId="{53FD6D3B-8871-46E6-B6C6-540DCED761D7}" srcOrd="9" destOrd="0" parTransId="{EB5E2AF1-D839-4768-A860-8EA42563F16B}" sibTransId="{870905BE-1C2A-4023-B1A5-F7897F76E44D}"/>
    <dgm:cxn modelId="{51B831EE-2D04-4FA6-95DE-27800EAE03FC}" srcId="{25CBFF0D-E38A-4986-9660-CE3CC07733DE}" destId="{9A46B904-7A74-4D0D-A7D3-068CBFC6A9CA}" srcOrd="3" destOrd="0" parTransId="{2E2BB47E-682E-459B-A6CB-4642BFAE0910}" sibTransId="{756BCB86-7009-47C7-B618-71BF8F9FEB6C}"/>
    <dgm:cxn modelId="{7ABF8C7B-D91C-4BBC-90AD-3C56F367A9BB}" type="presParOf" srcId="{513B5C26-01E2-42AD-97DA-65B4CA215B0D}" destId="{F6ACE348-330E-4343-A333-E880774BB46C}" srcOrd="0" destOrd="0" presId="urn:microsoft.com/office/officeart/2005/8/layout/default"/>
    <dgm:cxn modelId="{9E0B88B9-B595-491A-BF7F-13965DB8EAF9}" type="presParOf" srcId="{513B5C26-01E2-42AD-97DA-65B4CA215B0D}" destId="{83F4971E-999A-42DA-8AE2-A493E9EC9BC6}" srcOrd="1" destOrd="0" presId="urn:microsoft.com/office/officeart/2005/8/layout/default"/>
    <dgm:cxn modelId="{B5CC3DC7-F063-4FA7-BCF7-8A1D84C18793}" type="presParOf" srcId="{513B5C26-01E2-42AD-97DA-65B4CA215B0D}" destId="{387D9A22-1C9A-42F4-8D67-D86C764FE5CF}" srcOrd="2" destOrd="0" presId="urn:microsoft.com/office/officeart/2005/8/layout/default"/>
    <dgm:cxn modelId="{F1ACED1E-224E-4DAE-8A89-0A94808D28E4}" type="presParOf" srcId="{513B5C26-01E2-42AD-97DA-65B4CA215B0D}" destId="{BD44A4FF-9454-43D3-89AF-DF117BE2AF5B}" srcOrd="3" destOrd="0" presId="urn:microsoft.com/office/officeart/2005/8/layout/default"/>
    <dgm:cxn modelId="{B699E982-71EA-4EE8-975D-F8041BFC2C2D}" type="presParOf" srcId="{513B5C26-01E2-42AD-97DA-65B4CA215B0D}" destId="{E6BDF0BD-8BCC-4115-B364-AC19C624DB8B}" srcOrd="4" destOrd="0" presId="urn:microsoft.com/office/officeart/2005/8/layout/default"/>
    <dgm:cxn modelId="{EEC949F2-AA31-4937-AD33-32BE7D249132}" type="presParOf" srcId="{513B5C26-01E2-42AD-97DA-65B4CA215B0D}" destId="{65340E64-486E-40FF-90B4-4F7881697C5A}" srcOrd="5" destOrd="0" presId="urn:microsoft.com/office/officeart/2005/8/layout/default"/>
    <dgm:cxn modelId="{F8B53101-CE22-4A5F-A21E-55B9A79D23E0}" type="presParOf" srcId="{513B5C26-01E2-42AD-97DA-65B4CA215B0D}" destId="{F01B84C2-5D24-4144-945E-90AE2C8121A0}" srcOrd="6" destOrd="0" presId="urn:microsoft.com/office/officeart/2005/8/layout/default"/>
    <dgm:cxn modelId="{551D9C5B-C5DC-4B48-A267-F729720AC77B}" type="presParOf" srcId="{513B5C26-01E2-42AD-97DA-65B4CA215B0D}" destId="{4E8F5A75-C724-4B15-B8BD-7B876318DD16}" srcOrd="7" destOrd="0" presId="urn:microsoft.com/office/officeart/2005/8/layout/default"/>
    <dgm:cxn modelId="{8041D8E6-9CEF-487E-8A9F-89B889D86F82}" type="presParOf" srcId="{513B5C26-01E2-42AD-97DA-65B4CA215B0D}" destId="{65B6FD80-CCDE-41C2-8E48-15F0ED033873}" srcOrd="8" destOrd="0" presId="urn:microsoft.com/office/officeart/2005/8/layout/default"/>
    <dgm:cxn modelId="{03CF12B4-07FB-4681-864F-11EC55686842}" type="presParOf" srcId="{513B5C26-01E2-42AD-97DA-65B4CA215B0D}" destId="{B7A25C19-D6B7-4B89-A3D0-9AE43F8AE1E2}" srcOrd="9" destOrd="0" presId="urn:microsoft.com/office/officeart/2005/8/layout/default"/>
    <dgm:cxn modelId="{EF76DA24-7F06-4EDB-A89C-87A32AB5DE29}" type="presParOf" srcId="{513B5C26-01E2-42AD-97DA-65B4CA215B0D}" destId="{78A348EC-D2D4-4068-A7E2-30C32D6D7CD0}" srcOrd="10" destOrd="0" presId="urn:microsoft.com/office/officeart/2005/8/layout/default"/>
    <dgm:cxn modelId="{076D7CE2-6795-4CE5-853F-4CBE70038AC4}" type="presParOf" srcId="{513B5C26-01E2-42AD-97DA-65B4CA215B0D}" destId="{EB799CCE-DDCF-4AD7-A78F-70D3015B2FB7}" srcOrd="11" destOrd="0" presId="urn:microsoft.com/office/officeart/2005/8/layout/default"/>
    <dgm:cxn modelId="{CAD881AC-6ADF-4C0A-88D7-F95D1AC713B8}" type="presParOf" srcId="{513B5C26-01E2-42AD-97DA-65B4CA215B0D}" destId="{5C1EC1C3-FC49-4F12-8D42-2707E957362C}" srcOrd="12" destOrd="0" presId="urn:microsoft.com/office/officeart/2005/8/layout/default"/>
    <dgm:cxn modelId="{8C5AF71B-9153-45E3-AA93-F1B43412D5FD}" type="presParOf" srcId="{513B5C26-01E2-42AD-97DA-65B4CA215B0D}" destId="{247E435D-17DC-4F2E-8757-02E4F8B18969}" srcOrd="13" destOrd="0" presId="urn:microsoft.com/office/officeart/2005/8/layout/default"/>
    <dgm:cxn modelId="{E5E2C77F-ECFF-4E1D-B7B5-23EB9072F14F}" type="presParOf" srcId="{513B5C26-01E2-42AD-97DA-65B4CA215B0D}" destId="{9459372F-EE85-46C9-8C2A-D659D278C2D3}" srcOrd="14" destOrd="0" presId="urn:microsoft.com/office/officeart/2005/8/layout/default"/>
    <dgm:cxn modelId="{EC17B4BB-4EFD-4769-A523-5EEC17F48F7E}" type="presParOf" srcId="{513B5C26-01E2-42AD-97DA-65B4CA215B0D}" destId="{272C90C3-F152-46B9-93E6-449D3E116981}" srcOrd="15" destOrd="0" presId="urn:microsoft.com/office/officeart/2005/8/layout/default"/>
    <dgm:cxn modelId="{1B130F46-0EC1-4844-80EA-36EFC656CF4C}" type="presParOf" srcId="{513B5C26-01E2-42AD-97DA-65B4CA215B0D}" destId="{AEAE2871-9AEA-4757-9812-D575433F8AD6}" srcOrd="16" destOrd="0" presId="urn:microsoft.com/office/officeart/2005/8/layout/default"/>
    <dgm:cxn modelId="{90D4DBEC-CFE0-4102-B784-94D5E52B2F4C}" type="presParOf" srcId="{513B5C26-01E2-42AD-97DA-65B4CA215B0D}" destId="{7D9668D9-0738-420E-8BD1-BABF4B128B39}" srcOrd="17" destOrd="0" presId="urn:microsoft.com/office/officeart/2005/8/layout/default"/>
    <dgm:cxn modelId="{30311FF6-829C-4CC7-8449-5B0DA493B655}" type="presParOf" srcId="{513B5C26-01E2-42AD-97DA-65B4CA215B0D}" destId="{64C1074E-C91F-442F-BD7C-A95632B21C8E}" srcOrd="18" destOrd="0" presId="urn:microsoft.com/office/officeart/2005/8/layout/default"/>
    <dgm:cxn modelId="{AE389DD6-41BE-4588-A890-4EA754EE7656}" type="presParOf" srcId="{513B5C26-01E2-42AD-97DA-65B4CA215B0D}" destId="{3D57809D-02C5-4D38-ABBC-C7FF5B44D009}" srcOrd="19" destOrd="0" presId="urn:microsoft.com/office/officeart/2005/8/layout/default"/>
    <dgm:cxn modelId="{1AC49A88-2833-49BA-A0C8-6DF922812674}" type="presParOf" srcId="{513B5C26-01E2-42AD-97DA-65B4CA215B0D}" destId="{925C99FD-81CE-4BC2-818D-9CC41F6620A8}" srcOrd="20" destOrd="0" presId="urn:microsoft.com/office/officeart/2005/8/layout/default"/>
    <dgm:cxn modelId="{72896C27-7535-4FED-A0C7-A159B29BD0F2}" type="presParOf" srcId="{513B5C26-01E2-42AD-97DA-65B4CA215B0D}" destId="{A7DD6868-FAE1-402A-A068-CA45DAF70956}" srcOrd="21" destOrd="0" presId="urn:microsoft.com/office/officeart/2005/8/layout/default"/>
    <dgm:cxn modelId="{AC6E3D71-623E-4174-9AE6-22CB9FE88E71}" type="presParOf" srcId="{513B5C26-01E2-42AD-97DA-65B4CA215B0D}" destId="{2D8E5AF1-2343-4EED-AFB8-322C7B3C393E}" srcOrd="2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ACE348-330E-4343-A333-E880774BB46C}">
      <dsp:nvSpPr>
        <dsp:cNvPr id="0" name=""/>
        <dsp:cNvSpPr/>
      </dsp:nvSpPr>
      <dsp:spPr>
        <a:xfrm>
          <a:off x="961120" y="2079"/>
          <a:ext cx="2094322" cy="12565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FPS Camera</a:t>
          </a:r>
          <a:endParaRPr lang="en-US" sz="1900" kern="1200"/>
        </a:p>
      </dsp:txBody>
      <dsp:txXfrm>
        <a:off x="961120" y="2079"/>
        <a:ext cx="2094322" cy="1256593"/>
      </dsp:txXfrm>
    </dsp:sp>
    <dsp:sp modelId="{387D9A22-1C9A-42F4-8D67-D86C764FE5CF}">
      <dsp:nvSpPr>
        <dsp:cNvPr id="0" name=""/>
        <dsp:cNvSpPr/>
      </dsp:nvSpPr>
      <dsp:spPr>
        <a:xfrm>
          <a:off x="3264875" y="2079"/>
          <a:ext cx="2094322" cy="125659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5 Models, Trees, Temple, Water, Crocodiles, A “Relic”</a:t>
          </a:r>
          <a:endParaRPr lang="en-US" sz="1900" kern="1200"/>
        </a:p>
      </dsp:txBody>
      <dsp:txXfrm>
        <a:off x="3264875" y="2079"/>
        <a:ext cx="2094322" cy="1256593"/>
      </dsp:txXfrm>
    </dsp:sp>
    <dsp:sp modelId="{E6BDF0BD-8BCC-4115-B364-AC19C624DB8B}">
      <dsp:nvSpPr>
        <dsp:cNvPr id="0" name=""/>
        <dsp:cNvSpPr/>
      </dsp:nvSpPr>
      <dsp:spPr>
        <a:xfrm>
          <a:off x="5568630" y="2079"/>
          <a:ext cx="2094322" cy="125659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Terrain using heightmap from file, used for floors and rock walls</a:t>
          </a:r>
          <a:endParaRPr lang="en-US" sz="1900" kern="1200"/>
        </a:p>
      </dsp:txBody>
      <dsp:txXfrm>
        <a:off x="5568630" y="2079"/>
        <a:ext cx="2094322" cy="1256593"/>
      </dsp:txXfrm>
    </dsp:sp>
    <dsp:sp modelId="{F01B84C2-5D24-4144-945E-90AE2C8121A0}">
      <dsp:nvSpPr>
        <dsp:cNvPr id="0" name=""/>
        <dsp:cNvSpPr/>
      </dsp:nvSpPr>
      <dsp:spPr>
        <a:xfrm>
          <a:off x="7872385" y="2079"/>
          <a:ext cx="2094322" cy="125659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Navigable level using Keyboard &amp; Mouse</a:t>
          </a:r>
          <a:endParaRPr lang="en-US" sz="1900" kern="1200"/>
        </a:p>
      </dsp:txBody>
      <dsp:txXfrm>
        <a:off x="7872385" y="2079"/>
        <a:ext cx="2094322" cy="1256593"/>
      </dsp:txXfrm>
    </dsp:sp>
    <dsp:sp modelId="{65B6FD80-CCDE-41C2-8E48-15F0ED033873}">
      <dsp:nvSpPr>
        <dsp:cNvPr id="0" name=""/>
        <dsp:cNvSpPr/>
      </dsp:nvSpPr>
      <dsp:spPr>
        <a:xfrm>
          <a:off x="961120" y="1468105"/>
          <a:ext cx="2094322" cy="125659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UV Textures on models</a:t>
          </a:r>
          <a:endParaRPr lang="en-US" sz="1900" kern="1200"/>
        </a:p>
      </dsp:txBody>
      <dsp:txXfrm>
        <a:off x="961120" y="1468105"/>
        <a:ext cx="2094322" cy="1256593"/>
      </dsp:txXfrm>
    </dsp:sp>
    <dsp:sp modelId="{78A348EC-D2D4-4068-A7E2-30C32D6D7CD0}">
      <dsp:nvSpPr>
        <dsp:cNvPr id="0" name=""/>
        <dsp:cNvSpPr/>
      </dsp:nvSpPr>
      <dsp:spPr>
        <a:xfrm>
          <a:off x="3264875" y="1468105"/>
          <a:ext cx="2094322" cy="12565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Skydome of sunny weather, jungle theme</a:t>
          </a:r>
          <a:endParaRPr lang="en-US" sz="1900" kern="1200"/>
        </a:p>
      </dsp:txBody>
      <dsp:txXfrm>
        <a:off x="3264875" y="1468105"/>
        <a:ext cx="2094322" cy="1256593"/>
      </dsp:txXfrm>
    </dsp:sp>
    <dsp:sp modelId="{5C1EC1C3-FC49-4F12-8D42-2707E957362C}">
      <dsp:nvSpPr>
        <dsp:cNvPr id="0" name=""/>
        <dsp:cNvSpPr/>
      </dsp:nvSpPr>
      <dsp:spPr>
        <a:xfrm>
          <a:off x="5568630" y="1468105"/>
          <a:ext cx="2094322" cy="125659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Text UI displays fps, player location</a:t>
          </a:r>
          <a:endParaRPr lang="en-US" sz="1900" kern="1200"/>
        </a:p>
      </dsp:txBody>
      <dsp:txXfrm>
        <a:off x="5568630" y="1468105"/>
        <a:ext cx="2094322" cy="1256593"/>
      </dsp:txXfrm>
    </dsp:sp>
    <dsp:sp modelId="{9459372F-EE85-46C9-8C2A-D659D278C2D3}">
      <dsp:nvSpPr>
        <dsp:cNvPr id="0" name=""/>
        <dsp:cNvSpPr/>
      </dsp:nvSpPr>
      <dsp:spPr>
        <a:xfrm>
          <a:off x="7872385" y="1468105"/>
          <a:ext cx="2094322" cy="125659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Billboarded Clouds</a:t>
          </a:r>
          <a:endParaRPr lang="en-US" sz="1900" kern="1200"/>
        </a:p>
      </dsp:txBody>
      <dsp:txXfrm>
        <a:off x="7872385" y="1468105"/>
        <a:ext cx="2094322" cy="1256593"/>
      </dsp:txXfrm>
    </dsp:sp>
    <dsp:sp modelId="{AEAE2871-9AEA-4757-9812-D575433F8AD6}">
      <dsp:nvSpPr>
        <dsp:cNvPr id="0" name=""/>
        <dsp:cNvSpPr/>
      </dsp:nvSpPr>
      <dsp:spPr>
        <a:xfrm>
          <a:off x="961120" y="2934131"/>
          <a:ext cx="2094322" cy="125659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Lighting/Shadows</a:t>
          </a:r>
          <a:endParaRPr lang="en-US" sz="1900" kern="1200"/>
        </a:p>
      </dsp:txBody>
      <dsp:txXfrm>
        <a:off x="961120" y="2934131"/>
        <a:ext cx="2094322" cy="1256593"/>
      </dsp:txXfrm>
    </dsp:sp>
    <dsp:sp modelId="{64C1074E-C91F-442F-BD7C-A95632B21C8E}">
      <dsp:nvSpPr>
        <dsp:cNvPr id="0" name=""/>
        <dsp:cNvSpPr/>
      </dsp:nvSpPr>
      <dsp:spPr>
        <a:xfrm>
          <a:off x="3264875" y="2934131"/>
          <a:ext cx="2094322" cy="125659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Reflections</a:t>
          </a:r>
          <a:endParaRPr lang="en-US" sz="1900" kern="1200"/>
        </a:p>
      </dsp:txBody>
      <dsp:txXfrm>
        <a:off x="3264875" y="2934131"/>
        <a:ext cx="2094322" cy="1256593"/>
      </dsp:txXfrm>
    </dsp:sp>
    <dsp:sp modelId="{925C99FD-81CE-4BC2-818D-9CC41F6620A8}">
      <dsp:nvSpPr>
        <dsp:cNvPr id="0" name=""/>
        <dsp:cNvSpPr/>
      </dsp:nvSpPr>
      <dsp:spPr>
        <a:xfrm>
          <a:off x="5568630" y="2934131"/>
          <a:ext cx="2094322" cy="12565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Particles for water</a:t>
          </a:r>
          <a:endParaRPr lang="en-US" sz="1900" kern="1200"/>
        </a:p>
      </dsp:txBody>
      <dsp:txXfrm>
        <a:off x="5568630" y="2934131"/>
        <a:ext cx="2094322" cy="1256593"/>
      </dsp:txXfrm>
    </dsp:sp>
    <dsp:sp modelId="{2D8E5AF1-2343-4EED-AFB8-322C7B3C393E}">
      <dsp:nvSpPr>
        <dsp:cNvPr id="0" name=""/>
        <dsp:cNvSpPr/>
      </dsp:nvSpPr>
      <dsp:spPr>
        <a:xfrm>
          <a:off x="7872385" y="2934131"/>
          <a:ext cx="2094322" cy="125659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Volumetric Fog</a:t>
          </a:r>
          <a:endParaRPr lang="en-US" sz="1900" kern="1200"/>
        </a:p>
      </dsp:txBody>
      <dsp:txXfrm>
        <a:off x="7872385" y="2934131"/>
        <a:ext cx="2094322" cy="12565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86ABD-B645-49EA-A95C-789E67684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5CC259-C617-11DA-29CE-535F6ED545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AD903-D5A2-22DA-ED08-758FA2259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89248-957E-4EAD-BABC-01C1F566DDB5}" type="datetimeFigureOut">
              <a:rPr lang="en-GB" smtClean="0"/>
              <a:t>11/02/2025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7B8A1-25F2-EA12-9F76-4FCC326C6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328D5-26E8-0821-C9BF-5197C490F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89064-E8B4-46ED-9558-08E569F3D5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9473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34891-D93F-448B-C90C-511901560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3390C-00D4-FEE9-3686-553C79958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9F7FC-ED7B-35CE-7E50-29811B2FF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89248-957E-4EAD-BABC-01C1F566DDB5}" type="datetimeFigureOut">
              <a:rPr lang="en-GB" smtClean="0"/>
              <a:t>11/02/2025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9F346-96F2-E427-FDC3-484133FC3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7A8DA-882D-57FE-1D24-3E9B72C38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89064-E8B4-46ED-9558-08E569F3D5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1049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9CBF4-475C-0FE9-22F9-A1DC308F2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C15EFC-2931-2359-2458-B08021A26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0ADC0-EDEA-C0DE-681A-48D370552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89248-957E-4EAD-BABC-01C1F566DDB5}" type="datetimeFigureOut">
              <a:rPr lang="en-GB" smtClean="0"/>
              <a:t>11/02/2025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FC51A-5BE1-061B-ACA5-0850088B2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129E9-1106-A516-81D6-911E2B922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89064-E8B4-46ED-9558-08E569F3D5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7194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679D2-5ACE-3211-BE6F-12F4D064D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95AF1-BD48-D5F2-BA4A-C4F17369BA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F36CF9-1D47-C3DC-6FD0-2A61C91734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EE98AE-42DC-6C00-1612-43CE9D10E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89248-957E-4EAD-BABC-01C1F566DDB5}" type="datetimeFigureOut">
              <a:rPr lang="en-GB" smtClean="0"/>
              <a:t>11/02/2025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2CFCDA-CB40-1312-F70D-468ADC257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26A30-87D5-5902-967F-FAB200BEC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89064-E8B4-46ED-9558-08E569F3D5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0419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8F435-2A4B-A10A-5E28-665ABCC89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09A0C-1D35-D9BC-FAA9-9E1A555C8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877C22-3FA8-0BA6-BFCC-D2779DCA51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EE651E-18D3-74CA-7C08-BD646DFE82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D5FB8A-00B6-F8D9-BD9D-9BA2CCA401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74D27-DD8E-6102-7E47-E98857206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89248-957E-4EAD-BABC-01C1F566DDB5}" type="datetimeFigureOut">
              <a:rPr lang="en-GB" smtClean="0"/>
              <a:t>11/02/2025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B7E2A7-6AA6-DB72-92C1-5E7ABAA85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602308-7B9B-6F70-6DF1-CF9A7C791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89064-E8B4-46ED-9558-08E569F3D5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909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D9A39-355A-2B3F-BF9F-69636D999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858221-343F-1045-E6AA-8AEB12B16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89248-957E-4EAD-BABC-01C1F566DDB5}" type="datetimeFigureOut">
              <a:rPr lang="en-GB" smtClean="0"/>
              <a:t>11/02/2025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D2EB67-CB8F-EEC9-8BA1-077BE619B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3B2E29-0E99-FFD7-785D-00354F35D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89064-E8B4-46ED-9558-08E569F3D5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764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380AA9-7EFD-9BCB-F78B-3345B8739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89248-957E-4EAD-BABC-01C1F566DDB5}" type="datetimeFigureOut">
              <a:rPr lang="en-GB" smtClean="0"/>
              <a:t>11/02/2025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59BE7D-C096-7FF9-68B5-2E8B37E31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984A7-7832-B160-BEAA-58D8DB226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89064-E8B4-46ED-9558-08E569F3D5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8470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073E0-11E8-FE2B-146D-A73704311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48B2C-06B8-14A7-772D-4CB63FA07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51A5F9-0822-EA04-FA32-903E6E8886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B6872C-436F-867A-E6E5-C445E1489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89248-957E-4EAD-BABC-01C1F566DDB5}" type="datetimeFigureOut">
              <a:rPr lang="en-GB" smtClean="0"/>
              <a:t>11/02/2025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31CD43-3FBA-F943-FD87-A5E50CDA6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C86C5A-EDE2-B06C-492D-A03E8743A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89064-E8B4-46ED-9558-08E569F3D5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19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B720C-24E6-75C9-14BE-F281F3C91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9629F7-B04D-E29C-2825-155F4FA118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ED97AE-F571-9EF5-A2C9-075CAAA30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7D783-D89C-8174-7378-1804F2CDE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89248-957E-4EAD-BABC-01C1F566DDB5}" type="datetimeFigureOut">
              <a:rPr lang="en-GB" smtClean="0"/>
              <a:t>11/02/2025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5D78B6-E375-CA39-E831-5F4F4BE0C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A95A2-B308-318C-A3EE-3C67073E5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89064-E8B4-46ED-9558-08E569F3D5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3915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FFED4-F1D2-1E21-A70B-9C2F5FA88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151665-4625-6A84-B0C3-F0D41D56C4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C8826-53C3-91A2-4B1A-09681E3D2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89248-957E-4EAD-BABC-01C1F566DDB5}" type="datetimeFigureOut">
              <a:rPr lang="en-GB" smtClean="0"/>
              <a:t>11/02/2025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F7F11-5CE2-F424-D7F7-C9AB7325D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D0901-5C36-CD2A-54AE-FE3500CF5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89064-E8B4-46ED-9558-08E569F3D5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209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73EF1-50BC-B318-DC4A-0CF96C8DF6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526F8C-1006-EE0A-9EB4-C5DEE2F5F2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ACCC1-293B-19DF-77E7-6875748BE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89248-957E-4EAD-BABC-01C1F566DDB5}" type="datetimeFigureOut">
              <a:rPr lang="en-GB" smtClean="0"/>
              <a:t>11/02/2025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973DD-D81C-4BC7-62D4-5965A55E3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07995-3122-434E-4242-8065E7FC9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89064-E8B4-46ED-9558-08E569F3D5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901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2F0BAE-885F-6F79-8988-0610EFB25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13C9DA-BE96-EB07-4FFE-BE4C95F32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F4716-E024-1402-015B-1CA48785AA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C89248-957E-4EAD-BABC-01C1F566DDB5}" type="datetimeFigureOut">
              <a:rPr lang="en-GB" smtClean="0"/>
              <a:t>11/02/2025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0387F-B403-9E18-BBF5-D6DC539D8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7EFC9-53F6-E61D-3688-0E53463C4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089064-E8B4-46ED-9558-08E569F3D5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1428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ndiana Jones and the Search for Authenticity">
            <a:extLst>
              <a:ext uri="{FF2B5EF4-FFF2-40B4-BE49-F238E27FC236}">
                <a16:creationId xmlns:a16="http://schemas.microsoft.com/office/drawing/2014/main" id="{E734974D-8C99-63D6-667C-CF0FD92CD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024CDF-5D2D-D69D-6D36-25E552B9E2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965200"/>
            <a:ext cx="10261600" cy="3564869"/>
          </a:xfrm>
        </p:spPr>
        <p:txBody>
          <a:bodyPr>
            <a:normAutofit/>
          </a:bodyPr>
          <a:lstStyle/>
          <a:p>
            <a:pPr algn="l"/>
            <a:r>
              <a:rPr lang="en-GB" sz="11500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Game Engine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766687-524E-0A67-BCCB-613395C6F1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00" y="4572002"/>
            <a:ext cx="10261600" cy="1202995"/>
          </a:xfrm>
        </p:spPr>
        <p:txBody>
          <a:bodyPr>
            <a:normAutofit/>
          </a:bodyPr>
          <a:lstStyle/>
          <a:p>
            <a:pPr algn="l"/>
            <a:r>
              <a:rPr lang="en-GB" sz="3200" dirty="0"/>
              <a:t>Milestone One Showcase</a:t>
            </a:r>
          </a:p>
        </p:txBody>
      </p:sp>
    </p:spTree>
    <p:extLst>
      <p:ext uri="{BB962C8B-B14F-4D97-AF65-F5344CB8AC3E}">
        <p14:creationId xmlns:p14="http://schemas.microsoft.com/office/powerpoint/2010/main" val="8541045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Rectangle 2060">
            <a:extLst>
              <a:ext uri="{FF2B5EF4-FFF2-40B4-BE49-F238E27FC236}">
                <a16:creationId xmlns:a16="http://schemas.microsoft.com/office/drawing/2014/main" id="{78844373-2C10-4009-B7EA-3CF513401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C2A376-B35C-17ED-7E74-3F770ABE5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4513" y="841375"/>
            <a:ext cx="3505200" cy="31146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Theme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B7F84-4197-57DD-2ABA-587A0F0A3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513" y="4337072"/>
            <a:ext cx="3506264" cy="167161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4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Jungle Adventure</a:t>
            </a:r>
          </a:p>
        </p:txBody>
      </p:sp>
      <p:grpSp>
        <p:nvGrpSpPr>
          <p:cNvPr id="2063" name="Group 2062">
            <a:extLst>
              <a:ext uri="{FF2B5EF4-FFF2-40B4-BE49-F238E27FC236}">
                <a16:creationId xmlns:a16="http://schemas.microsoft.com/office/drawing/2014/main" id="{8A1086F5-290F-43BC-8A5F-AA48DA80D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4087640" cy="6858000"/>
            <a:chOff x="1" y="0"/>
            <a:chExt cx="4087640" cy="6858000"/>
          </a:xfrm>
          <a:effectLst>
            <a:outerShdw blurRad="381000" dist="152400" algn="ctr" rotWithShape="0">
              <a:srgbClr val="000000">
                <a:alpha val="10000"/>
              </a:srgbClr>
            </a:outerShdw>
          </a:effectLst>
        </p:grpSpPr>
        <p:sp>
          <p:nvSpPr>
            <p:cNvPr id="2064" name="Freeform: Shape 2063">
              <a:extLst>
                <a:ext uri="{FF2B5EF4-FFF2-40B4-BE49-F238E27FC236}">
                  <a16:creationId xmlns:a16="http://schemas.microsoft.com/office/drawing/2014/main" id="{6BFE62CD-B7BF-4E72-B3A4-EF70C3DAFD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0"/>
              <a:ext cx="3986041" cy="6858000"/>
            </a:xfrm>
            <a:custGeom>
              <a:avLst/>
              <a:gdLst>
                <a:gd name="connsiteX0" fmla="*/ 0 w 3986041"/>
                <a:gd name="connsiteY0" fmla="*/ 0 h 6858000"/>
                <a:gd name="connsiteX1" fmla="*/ 3066495 w 3986041"/>
                <a:gd name="connsiteY1" fmla="*/ 0 h 6858000"/>
                <a:gd name="connsiteX2" fmla="*/ 3427241 w 3986041"/>
                <a:gd name="connsiteY2" fmla="*/ 1211943 h 6858000"/>
                <a:gd name="connsiteX3" fmla="*/ 3986041 w 3986041"/>
                <a:gd name="connsiteY3" fmla="*/ 4122057 h 6858000"/>
                <a:gd name="connsiteX4" fmla="*/ 3751724 w 3986041"/>
                <a:gd name="connsiteY4" fmla="*/ 6858000 h 6858000"/>
                <a:gd name="connsiteX5" fmla="*/ 0 w 3986041"/>
                <a:gd name="connsiteY5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86041" h="6858000">
                  <a:moveTo>
                    <a:pt x="0" y="0"/>
                  </a:moveTo>
                  <a:lnTo>
                    <a:pt x="3066495" y="0"/>
                  </a:lnTo>
                  <a:lnTo>
                    <a:pt x="3427241" y="1211943"/>
                  </a:lnTo>
                  <a:lnTo>
                    <a:pt x="3986041" y="4122057"/>
                  </a:lnTo>
                  <a:lnTo>
                    <a:pt x="3751724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5" name="Freeform: Shape 2064">
              <a:extLst>
                <a:ext uri="{FF2B5EF4-FFF2-40B4-BE49-F238E27FC236}">
                  <a16:creationId xmlns:a16="http://schemas.microsoft.com/office/drawing/2014/main" id="{EC58BB09-35C2-4EAD-A800-B39E4CA493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748588" y="0"/>
              <a:ext cx="1339053" cy="6858000"/>
            </a:xfrm>
            <a:custGeom>
              <a:avLst/>
              <a:gdLst>
                <a:gd name="connsiteX0" fmla="*/ 850532 w 1339053"/>
                <a:gd name="connsiteY0" fmla="*/ 3481838 h 6858000"/>
                <a:gd name="connsiteX1" fmla="*/ 877027 w 1339053"/>
                <a:gd name="connsiteY1" fmla="*/ 3490955 h 6858000"/>
                <a:gd name="connsiteX2" fmla="*/ 922718 w 1339053"/>
                <a:gd name="connsiteY2" fmla="*/ 3516472 h 6858000"/>
                <a:gd name="connsiteX3" fmla="*/ 1094179 w 1339053"/>
                <a:gd name="connsiteY3" fmla="*/ 3567567 h 6858000"/>
                <a:gd name="connsiteX4" fmla="*/ 1118891 w 1339053"/>
                <a:gd name="connsiteY4" fmla="*/ 3568331 h 6858000"/>
                <a:gd name="connsiteX5" fmla="*/ 1295961 w 1339053"/>
                <a:gd name="connsiteY5" fmla="*/ 3584709 h 6858000"/>
                <a:gd name="connsiteX6" fmla="*/ 1308070 w 1339053"/>
                <a:gd name="connsiteY6" fmla="*/ 3585183 h 6858000"/>
                <a:gd name="connsiteX7" fmla="*/ 1325263 w 1339053"/>
                <a:gd name="connsiteY7" fmla="*/ 3705453 h 6858000"/>
                <a:gd name="connsiteX8" fmla="*/ 1334107 w 1339053"/>
                <a:gd name="connsiteY8" fmla="*/ 3772268 h 6858000"/>
                <a:gd name="connsiteX9" fmla="*/ 1338203 w 1339053"/>
                <a:gd name="connsiteY9" fmla="*/ 3831076 h 6858000"/>
                <a:gd name="connsiteX10" fmla="*/ 1338805 w 1339053"/>
                <a:gd name="connsiteY10" fmla="*/ 3839709 h 6858000"/>
                <a:gd name="connsiteX11" fmla="*/ 1335635 w 1339053"/>
                <a:gd name="connsiteY11" fmla="*/ 4118635 h 6858000"/>
                <a:gd name="connsiteX12" fmla="*/ 1337171 w 1339053"/>
                <a:gd name="connsiteY12" fmla="*/ 4209403 h 6858000"/>
                <a:gd name="connsiteX13" fmla="*/ 1325840 w 1339053"/>
                <a:gd name="connsiteY13" fmla="*/ 4309174 h 6858000"/>
                <a:gd name="connsiteX14" fmla="*/ 1321122 w 1339053"/>
                <a:gd name="connsiteY14" fmla="*/ 4473630 h 6858000"/>
                <a:gd name="connsiteX15" fmla="*/ 1302196 w 1339053"/>
                <a:gd name="connsiteY15" fmla="*/ 4791709 h 6858000"/>
                <a:gd name="connsiteX16" fmla="*/ 1293239 w 1339053"/>
                <a:gd name="connsiteY16" fmla="*/ 4860048 h 6858000"/>
                <a:gd name="connsiteX17" fmla="*/ 1288829 w 1339053"/>
                <a:gd name="connsiteY17" fmla="*/ 5039837 h 6858000"/>
                <a:gd name="connsiteX18" fmla="*/ 1289584 w 1339053"/>
                <a:gd name="connsiteY18" fmla="*/ 5148703 h 6858000"/>
                <a:gd name="connsiteX19" fmla="*/ 1282205 w 1339053"/>
                <a:gd name="connsiteY19" fmla="*/ 5236435 h 6858000"/>
                <a:gd name="connsiteX20" fmla="*/ 1268145 w 1339053"/>
                <a:gd name="connsiteY20" fmla="*/ 5311662 h 6858000"/>
                <a:gd name="connsiteX21" fmla="*/ 1250547 w 1339053"/>
                <a:gd name="connsiteY21" fmla="*/ 5515595 h 6858000"/>
                <a:gd name="connsiteX22" fmla="*/ 1243323 w 1339053"/>
                <a:gd name="connsiteY22" fmla="*/ 5596885 h 6858000"/>
                <a:gd name="connsiteX23" fmla="*/ 1238303 w 1339053"/>
                <a:gd name="connsiteY23" fmla="*/ 5812036 h 6858000"/>
                <a:gd name="connsiteX24" fmla="*/ 1223551 w 1339053"/>
                <a:gd name="connsiteY24" fmla="*/ 5991171 h 6858000"/>
                <a:gd name="connsiteX25" fmla="*/ 1219699 w 1339053"/>
                <a:gd name="connsiteY25" fmla="*/ 6066726 h 6858000"/>
                <a:gd name="connsiteX26" fmla="*/ 1199935 w 1339053"/>
                <a:gd name="connsiteY26" fmla="*/ 6236130 h 6858000"/>
                <a:gd name="connsiteX27" fmla="*/ 1192857 w 1339053"/>
                <a:gd name="connsiteY27" fmla="*/ 6333267 h 6858000"/>
                <a:gd name="connsiteX28" fmla="*/ 1148174 w 1339053"/>
                <a:gd name="connsiteY28" fmla="*/ 6561849 h 6858000"/>
                <a:gd name="connsiteX29" fmla="*/ 1100424 w 1339053"/>
                <a:gd name="connsiteY29" fmla="*/ 6797385 h 6858000"/>
                <a:gd name="connsiteX30" fmla="*/ 1085621 w 1339053"/>
                <a:gd name="connsiteY30" fmla="*/ 6858000 h 6858000"/>
                <a:gd name="connsiteX31" fmla="*/ 932341 w 1339053"/>
                <a:gd name="connsiteY31" fmla="*/ 6858000 h 6858000"/>
                <a:gd name="connsiteX32" fmla="*/ 944496 w 1339053"/>
                <a:gd name="connsiteY32" fmla="*/ 6829656 h 6858000"/>
                <a:gd name="connsiteX33" fmla="*/ 913239 w 1339053"/>
                <a:gd name="connsiteY33" fmla="*/ 6720119 h 6858000"/>
                <a:gd name="connsiteX34" fmla="*/ 870682 w 1339053"/>
                <a:gd name="connsiteY34" fmla="*/ 6655346 h 6858000"/>
                <a:gd name="connsiteX35" fmla="*/ 846442 w 1339053"/>
                <a:gd name="connsiteY35" fmla="*/ 6498594 h 6858000"/>
                <a:gd name="connsiteX36" fmla="*/ 881150 w 1339053"/>
                <a:gd name="connsiteY36" fmla="*/ 6473756 h 6858000"/>
                <a:gd name="connsiteX37" fmla="*/ 922470 w 1339053"/>
                <a:gd name="connsiteY37" fmla="*/ 6377035 h 6858000"/>
                <a:gd name="connsiteX38" fmla="*/ 955039 w 1339053"/>
                <a:gd name="connsiteY38" fmla="*/ 6268585 h 6858000"/>
                <a:gd name="connsiteX39" fmla="*/ 1024350 w 1339053"/>
                <a:gd name="connsiteY39" fmla="*/ 6083443 h 6858000"/>
                <a:gd name="connsiteX40" fmla="*/ 999696 w 1339053"/>
                <a:gd name="connsiteY40" fmla="*/ 5938416 h 6858000"/>
                <a:gd name="connsiteX41" fmla="*/ 988342 w 1339053"/>
                <a:gd name="connsiteY41" fmla="*/ 5882426 h 6858000"/>
                <a:gd name="connsiteX42" fmla="*/ 985444 w 1339053"/>
                <a:gd name="connsiteY42" fmla="*/ 5832438 h 6858000"/>
                <a:gd name="connsiteX43" fmla="*/ 992016 w 1339053"/>
                <a:gd name="connsiteY43" fmla="*/ 5777751 h 6858000"/>
                <a:gd name="connsiteX44" fmla="*/ 995028 w 1339053"/>
                <a:gd name="connsiteY44" fmla="*/ 5641832 h 6858000"/>
                <a:gd name="connsiteX45" fmla="*/ 981247 w 1339053"/>
                <a:gd name="connsiteY45" fmla="*/ 5562522 h 6858000"/>
                <a:gd name="connsiteX46" fmla="*/ 995131 w 1339053"/>
                <a:gd name="connsiteY46" fmla="*/ 5398075 h 6858000"/>
                <a:gd name="connsiteX47" fmla="*/ 997379 w 1339053"/>
                <a:gd name="connsiteY47" fmla="*/ 5283928 h 6858000"/>
                <a:gd name="connsiteX48" fmla="*/ 979617 w 1339053"/>
                <a:gd name="connsiteY48" fmla="*/ 5157396 h 6858000"/>
                <a:gd name="connsiteX49" fmla="*/ 976441 w 1339053"/>
                <a:gd name="connsiteY49" fmla="*/ 5139485 h 6858000"/>
                <a:gd name="connsiteX50" fmla="*/ 953793 w 1339053"/>
                <a:gd name="connsiteY50" fmla="*/ 5091862 h 6858000"/>
                <a:gd name="connsiteX51" fmla="*/ 853056 w 1339053"/>
                <a:gd name="connsiteY51" fmla="*/ 5001787 h 6858000"/>
                <a:gd name="connsiteX52" fmla="*/ 833979 w 1339053"/>
                <a:gd name="connsiteY52" fmla="*/ 4978966 h 6858000"/>
                <a:gd name="connsiteX53" fmla="*/ 796995 w 1339053"/>
                <a:gd name="connsiteY53" fmla="*/ 4813768 h 6858000"/>
                <a:gd name="connsiteX54" fmla="*/ 820590 w 1339053"/>
                <a:gd name="connsiteY54" fmla="*/ 4764057 h 6858000"/>
                <a:gd name="connsiteX55" fmla="*/ 864688 w 1339053"/>
                <a:gd name="connsiteY55" fmla="*/ 4714752 h 6858000"/>
                <a:gd name="connsiteX56" fmla="*/ 910485 w 1339053"/>
                <a:gd name="connsiteY56" fmla="*/ 4590911 h 6858000"/>
                <a:gd name="connsiteX57" fmla="*/ 911445 w 1339053"/>
                <a:gd name="connsiteY57" fmla="*/ 4539571 h 6858000"/>
                <a:gd name="connsiteX58" fmla="*/ 900285 w 1339053"/>
                <a:gd name="connsiteY58" fmla="*/ 4445837 h 6858000"/>
                <a:gd name="connsiteX59" fmla="*/ 863237 w 1339053"/>
                <a:gd name="connsiteY59" fmla="*/ 4364703 h 6858000"/>
                <a:gd name="connsiteX60" fmla="*/ 798070 w 1339053"/>
                <a:gd name="connsiteY60" fmla="*/ 4243284 h 6858000"/>
                <a:gd name="connsiteX61" fmla="*/ 817097 w 1339053"/>
                <a:gd name="connsiteY61" fmla="*/ 4054750 h 6858000"/>
                <a:gd name="connsiteX62" fmla="*/ 826251 w 1339053"/>
                <a:gd name="connsiteY62" fmla="*/ 3982801 h 6858000"/>
                <a:gd name="connsiteX63" fmla="*/ 836848 w 1339053"/>
                <a:gd name="connsiteY63" fmla="*/ 3784939 h 6858000"/>
                <a:gd name="connsiteX64" fmla="*/ 841285 w 1339053"/>
                <a:gd name="connsiteY64" fmla="*/ 3766755 h 6858000"/>
                <a:gd name="connsiteX65" fmla="*/ 841284 w 1339053"/>
                <a:gd name="connsiteY65" fmla="*/ 3766755 h 6858000"/>
                <a:gd name="connsiteX66" fmla="*/ 852925 w 1339053"/>
                <a:gd name="connsiteY66" fmla="*/ 3719034 h 6858000"/>
                <a:gd name="connsiteX67" fmla="*/ 857932 w 1339053"/>
                <a:gd name="connsiteY67" fmla="*/ 3696880 h 6858000"/>
                <a:gd name="connsiteX68" fmla="*/ 853534 w 1339053"/>
                <a:gd name="connsiteY68" fmla="*/ 3507036 h 6858000"/>
                <a:gd name="connsiteX69" fmla="*/ 850226 w 1339053"/>
                <a:gd name="connsiteY69" fmla="*/ 3485839 h 6858000"/>
                <a:gd name="connsiteX70" fmla="*/ 0 w 1339053"/>
                <a:gd name="connsiteY70" fmla="*/ 0 h 6858000"/>
                <a:gd name="connsiteX71" fmla="*/ 455609 w 1339053"/>
                <a:gd name="connsiteY71" fmla="*/ 0 h 6858000"/>
                <a:gd name="connsiteX72" fmla="*/ 459171 w 1339053"/>
                <a:gd name="connsiteY72" fmla="*/ 72395 h 6858000"/>
                <a:gd name="connsiteX73" fmla="*/ 460041 w 1339053"/>
                <a:gd name="connsiteY73" fmla="*/ 131917 h 6858000"/>
                <a:gd name="connsiteX74" fmla="*/ 504421 w 1339053"/>
                <a:gd name="connsiteY74" fmla="*/ 389691 h 6858000"/>
                <a:gd name="connsiteX75" fmla="*/ 582097 w 1339053"/>
                <a:gd name="connsiteY75" fmla="*/ 634609 h 6858000"/>
                <a:gd name="connsiteX76" fmla="*/ 702468 w 1339053"/>
                <a:gd name="connsiteY76" fmla="*/ 834019 h 6858000"/>
                <a:gd name="connsiteX77" fmla="*/ 729203 w 1339053"/>
                <a:gd name="connsiteY77" fmla="*/ 887701 h 6858000"/>
                <a:gd name="connsiteX78" fmla="*/ 743787 w 1339053"/>
                <a:gd name="connsiteY78" fmla="*/ 1016355 h 6858000"/>
                <a:gd name="connsiteX79" fmla="*/ 750083 w 1339053"/>
                <a:gd name="connsiteY79" fmla="*/ 1128060 h 6858000"/>
                <a:gd name="connsiteX80" fmla="*/ 768866 w 1339053"/>
                <a:gd name="connsiteY80" fmla="*/ 1213431 h 6858000"/>
                <a:gd name="connsiteX81" fmla="*/ 787802 w 1339053"/>
                <a:gd name="connsiteY81" fmla="*/ 1286432 h 6858000"/>
                <a:gd name="connsiteX82" fmla="*/ 842837 w 1339053"/>
                <a:gd name="connsiteY82" fmla="*/ 1455511 h 6858000"/>
                <a:gd name="connsiteX83" fmla="*/ 877988 w 1339053"/>
                <a:gd name="connsiteY83" fmla="*/ 1634814 h 6858000"/>
                <a:gd name="connsiteX84" fmla="*/ 941063 w 1339053"/>
                <a:gd name="connsiteY84" fmla="*/ 1789731 h 6858000"/>
                <a:gd name="connsiteX85" fmla="*/ 980124 w 1339053"/>
                <a:gd name="connsiteY85" fmla="*/ 1857657 h 6858000"/>
                <a:gd name="connsiteX86" fmla="*/ 984484 w 1339053"/>
                <a:gd name="connsiteY86" fmla="*/ 1976384 h 6858000"/>
                <a:gd name="connsiteX87" fmla="*/ 1007189 w 1339053"/>
                <a:gd name="connsiteY87" fmla="*/ 2110650 h 6858000"/>
                <a:gd name="connsiteX88" fmla="*/ 1039893 w 1339053"/>
                <a:gd name="connsiteY88" fmla="*/ 2211041 h 6858000"/>
                <a:gd name="connsiteX89" fmla="*/ 1059162 w 1339053"/>
                <a:gd name="connsiteY89" fmla="*/ 2286682 h 6858000"/>
                <a:gd name="connsiteX90" fmla="*/ 1070522 w 1339053"/>
                <a:gd name="connsiteY90" fmla="*/ 2388667 h 6858000"/>
                <a:gd name="connsiteX91" fmla="*/ 1093939 w 1339053"/>
                <a:gd name="connsiteY91" fmla="*/ 2494653 h 6858000"/>
                <a:gd name="connsiteX92" fmla="*/ 1112007 w 1339053"/>
                <a:gd name="connsiteY92" fmla="*/ 2548197 h 6858000"/>
                <a:gd name="connsiteX93" fmla="*/ 1138346 w 1339053"/>
                <a:gd name="connsiteY93" fmla="*/ 2649163 h 6858000"/>
                <a:gd name="connsiteX94" fmla="*/ 1160337 w 1339053"/>
                <a:gd name="connsiteY94" fmla="*/ 2751608 h 6858000"/>
                <a:gd name="connsiteX95" fmla="*/ 1165737 w 1339053"/>
                <a:gd name="connsiteY95" fmla="*/ 2933012 h 6858000"/>
                <a:gd name="connsiteX96" fmla="*/ 1202029 w 1339053"/>
                <a:gd name="connsiteY96" fmla="*/ 3107873 h 6858000"/>
                <a:gd name="connsiteX97" fmla="*/ 1225692 w 1339053"/>
                <a:gd name="connsiteY97" fmla="*/ 3244974 h 6858000"/>
                <a:gd name="connsiteX98" fmla="*/ 1243916 w 1339053"/>
                <a:gd name="connsiteY98" fmla="*/ 3326221 h 6858000"/>
                <a:gd name="connsiteX99" fmla="*/ 1293067 w 1339053"/>
                <a:gd name="connsiteY99" fmla="*/ 3480219 h 6858000"/>
                <a:gd name="connsiteX100" fmla="*/ 1308071 w 1339053"/>
                <a:gd name="connsiteY100" fmla="*/ 3585182 h 6858000"/>
                <a:gd name="connsiteX101" fmla="*/ 1295962 w 1339053"/>
                <a:gd name="connsiteY101" fmla="*/ 3584708 h 6858000"/>
                <a:gd name="connsiteX102" fmla="*/ 1118893 w 1339053"/>
                <a:gd name="connsiteY102" fmla="*/ 3568330 h 6858000"/>
                <a:gd name="connsiteX103" fmla="*/ 1094179 w 1339053"/>
                <a:gd name="connsiteY103" fmla="*/ 3567566 h 6858000"/>
                <a:gd name="connsiteX104" fmla="*/ 922719 w 1339053"/>
                <a:gd name="connsiteY104" fmla="*/ 3516472 h 6858000"/>
                <a:gd name="connsiteX105" fmla="*/ 877028 w 1339053"/>
                <a:gd name="connsiteY105" fmla="*/ 3490955 h 6858000"/>
                <a:gd name="connsiteX106" fmla="*/ 850533 w 1339053"/>
                <a:gd name="connsiteY106" fmla="*/ 3481837 h 6858000"/>
                <a:gd name="connsiteX107" fmla="*/ 852113 w 1339053"/>
                <a:gd name="connsiteY107" fmla="*/ 3461170 h 6858000"/>
                <a:gd name="connsiteX108" fmla="*/ 831383 w 1339053"/>
                <a:gd name="connsiteY108" fmla="*/ 3399179 h 6858000"/>
                <a:gd name="connsiteX109" fmla="*/ 743141 w 1339053"/>
                <a:gd name="connsiteY109" fmla="*/ 3320580 h 6858000"/>
                <a:gd name="connsiteX110" fmla="*/ 713221 w 1339053"/>
                <a:gd name="connsiteY110" fmla="*/ 3251241 h 6858000"/>
                <a:gd name="connsiteX111" fmla="*/ 697098 w 1339053"/>
                <a:gd name="connsiteY111" fmla="*/ 3202528 h 6858000"/>
                <a:gd name="connsiteX112" fmla="*/ 664820 w 1339053"/>
                <a:gd name="connsiteY112" fmla="*/ 3154190 h 6858000"/>
                <a:gd name="connsiteX113" fmla="*/ 572501 w 1339053"/>
                <a:gd name="connsiteY113" fmla="*/ 3087312 h 6858000"/>
                <a:gd name="connsiteX114" fmla="*/ 497703 w 1339053"/>
                <a:gd name="connsiteY114" fmla="*/ 3005243 h 6858000"/>
                <a:gd name="connsiteX115" fmla="*/ 476984 w 1339053"/>
                <a:gd name="connsiteY115" fmla="*/ 2892751 h 6858000"/>
                <a:gd name="connsiteX116" fmla="*/ 468947 w 1339053"/>
                <a:gd name="connsiteY116" fmla="*/ 2824527 h 6858000"/>
                <a:gd name="connsiteX117" fmla="*/ 569138 w 1339053"/>
                <a:gd name="connsiteY117" fmla="*/ 2595026 h 6858000"/>
                <a:gd name="connsiteX118" fmla="*/ 645397 w 1339053"/>
                <a:gd name="connsiteY118" fmla="*/ 2440808 h 6858000"/>
                <a:gd name="connsiteX119" fmla="*/ 651820 w 1339053"/>
                <a:gd name="connsiteY119" fmla="*/ 2384384 h 6858000"/>
                <a:gd name="connsiteX120" fmla="*/ 612994 w 1339053"/>
                <a:gd name="connsiteY120" fmla="*/ 2207332 h 6858000"/>
                <a:gd name="connsiteX121" fmla="*/ 620894 w 1339053"/>
                <a:gd name="connsiteY121" fmla="*/ 2046679 h 6858000"/>
                <a:gd name="connsiteX122" fmla="*/ 644614 w 1339053"/>
                <a:gd name="connsiteY122" fmla="*/ 1931265 h 6858000"/>
                <a:gd name="connsiteX123" fmla="*/ 665994 w 1339053"/>
                <a:gd name="connsiteY123" fmla="*/ 1832337 h 6858000"/>
                <a:gd name="connsiteX124" fmla="*/ 678276 w 1339053"/>
                <a:gd name="connsiteY124" fmla="*/ 1709437 h 6858000"/>
                <a:gd name="connsiteX125" fmla="*/ 672955 w 1339053"/>
                <a:gd name="connsiteY125" fmla="*/ 1636123 h 6858000"/>
                <a:gd name="connsiteX126" fmla="*/ 668480 w 1339053"/>
                <a:gd name="connsiteY126" fmla="*/ 1520749 h 6858000"/>
                <a:gd name="connsiteX127" fmla="*/ 653920 w 1339053"/>
                <a:gd name="connsiteY127" fmla="*/ 1399437 h 6858000"/>
                <a:gd name="connsiteX128" fmla="*/ 612686 w 1339053"/>
                <a:gd name="connsiteY128" fmla="*/ 1296979 h 6858000"/>
                <a:gd name="connsiteX129" fmla="*/ 570220 w 1339053"/>
                <a:gd name="connsiteY129" fmla="*/ 1235618 h 6858000"/>
                <a:gd name="connsiteX130" fmla="*/ 529736 w 1339053"/>
                <a:gd name="connsiteY130" fmla="*/ 1081752 h 6858000"/>
                <a:gd name="connsiteX131" fmla="*/ 414305 w 1339053"/>
                <a:gd name="connsiteY131" fmla="*/ 918292 h 6858000"/>
                <a:gd name="connsiteX132" fmla="*/ 373924 w 1339053"/>
                <a:gd name="connsiteY132" fmla="*/ 825689 h 6858000"/>
                <a:gd name="connsiteX133" fmla="*/ 368949 w 1339053"/>
                <a:gd name="connsiteY133" fmla="*/ 778726 h 6858000"/>
                <a:gd name="connsiteX134" fmla="*/ 347020 w 1339053"/>
                <a:gd name="connsiteY134" fmla="*/ 694643 h 6858000"/>
                <a:gd name="connsiteX135" fmla="*/ 327478 w 1339053"/>
                <a:gd name="connsiteY135" fmla="*/ 642898 h 6858000"/>
                <a:gd name="connsiteX136" fmla="*/ 243468 w 1339053"/>
                <a:gd name="connsiteY136" fmla="*/ 491960 h 6858000"/>
                <a:gd name="connsiteX137" fmla="*/ 218930 w 1339053"/>
                <a:gd name="connsiteY137" fmla="*/ 446010 h 6858000"/>
                <a:gd name="connsiteX138" fmla="*/ 180614 w 1339053"/>
                <a:gd name="connsiteY138" fmla="*/ 354892 h 6858000"/>
                <a:gd name="connsiteX139" fmla="*/ 171988 w 1339053"/>
                <a:gd name="connsiteY139" fmla="*/ 317521 h 6858000"/>
                <a:gd name="connsiteX140" fmla="*/ 139875 w 1339053"/>
                <a:gd name="connsiteY140" fmla="*/ 246378 h 6858000"/>
                <a:gd name="connsiteX141" fmla="*/ 51499 w 1339053"/>
                <a:gd name="connsiteY141" fmla="*/ 73211 h 6858000"/>
                <a:gd name="connsiteX142" fmla="*/ 19690 w 1339053"/>
                <a:gd name="connsiteY142" fmla="*/ 3662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1339053" h="6858000">
                  <a:moveTo>
                    <a:pt x="850532" y="3481838"/>
                  </a:moveTo>
                  <a:lnTo>
                    <a:pt x="877027" y="3490955"/>
                  </a:lnTo>
                  <a:cubicBezTo>
                    <a:pt x="892941" y="3497986"/>
                    <a:pt x="908176" y="3506416"/>
                    <a:pt x="922718" y="3516472"/>
                  </a:cubicBezTo>
                  <a:cubicBezTo>
                    <a:pt x="967062" y="3547282"/>
                    <a:pt x="1027547" y="3564030"/>
                    <a:pt x="1094179" y="3567567"/>
                  </a:cubicBezTo>
                  <a:cubicBezTo>
                    <a:pt x="1102515" y="3567965"/>
                    <a:pt x="1113434" y="3565936"/>
                    <a:pt x="1118891" y="3568331"/>
                  </a:cubicBezTo>
                  <a:cubicBezTo>
                    <a:pt x="1180628" y="3594888"/>
                    <a:pt x="1237753" y="3586304"/>
                    <a:pt x="1295961" y="3584709"/>
                  </a:cubicBezTo>
                  <a:lnTo>
                    <a:pt x="1308070" y="3585183"/>
                  </a:lnTo>
                  <a:lnTo>
                    <a:pt x="1325263" y="3705453"/>
                  </a:lnTo>
                  <a:cubicBezTo>
                    <a:pt x="1328254" y="3727679"/>
                    <a:pt x="1331526" y="3749922"/>
                    <a:pt x="1334107" y="3772268"/>
                  </a:cubicBezTo>
                  <a:lnTo>
                    <a:pt x="1338203" y="3831076"/>
                  </a:lnTo>
                  <a:lnTo>
                    <a:pt x="1338805" y="3839709"/>
                  </a:lnTo>
                  <a:cubicBezTo>
                    <a:pt x="1339996" y="3932341"/>
                    <a:pt x="1336568" y="4025809"/>
                    <a:pt x="1335635" y="4118635"/>
                  </a:cubicBezTo>
                  <a:cubicBezTo>
                    <a:pt x="1335202" y="4148976"/>
                    <a:pt x="1338805" y="4178868"/>
                    <a:pt x="1337171" y="4209403"/>
                  </a:cubicBezTo>
                  <a:cubicBezTo>
                    <a:pt x="1335445" y="4242449"/>
                    <a:pt x="1327565" y="4276129"/>
                    <a:pt x="1325840" y="4309174"/>
                  </a:cubicBezTo>
                  <a:cubicBezTo>
                    <a:pt x="1322853" y="4364122"/>
                    <a:pt x="1323899" y="4418621"/>
                    <a:pt x="1321122" y="4473630"/>
                  </a:cubicBezTo>
                  <a:cubicBezTo>
                    <a:pt x="1315632" y="4579723"/>
                    <a:pt x="1309019" y="4685750"/>
                    <a:pt x="1302196" y="4791709"/>
                  </a:cubicBezTo>
                  <a:cubicBezTo>
                    <a:pt x="1300696" y="4814383"/>
                    <a:pt x="1294244" y="4837504"/>
                    <a:pt x="1293239" y="4860048"/>
                  </a:cubicBezTo>
                  <a:cubicBezTo>
                    <a:pt x="1290785" y="4919957"/>
                    <a:pt x="1289660" y="4979994"/>
                    <a:pt x="1288829" y="5039837"/>
                  </a:cubicBezTo>
                  <a:cubicBezTo>
                    <a:pt x="1288401" y="5076103"/>
                    <a:pt x="1290512" y="5112310"/>
                    <a:pt x="1289584" y="5148703"/>
                  </a:cubicBezTo>
                  <a:cubicBezTo>
                    <a:pt x="1288845" y="5177820"/>
                    <a:pt x="1286193" y="5207193"/>
                    <a:pt x="1282205" y="5236435"/>
                  </a:cubicBezTo>
                  <a:cubicBezTo>
                    <a:pt x="1278784" y="5261619"/>
                    <a:pt x="1270649" y="5286477"/>
                    <a:pt x="1268145" y="5311662"/>
                  </a:cubicBezTo>
                  <a:cubicBezTo>
                    <a:pt x="1261308" y="5379812"/>
                    <a:pt x="1256387" y="5447703"/>
                    <a:pt x="1250547" y="5515595"/>
                  </a:cubicBezTo>
                  <a:cubicBezTo>
                    <a:pt x="1248113" y="5542776"/>
                    <a:pt x="1244054" y="5570023"/>
                    <a:pt x="1243323" y="5596885"/>
                  </a:cubicBezTo>
                  <a:cubicBezTo>
                    <a:pt x="1241082" y="5668709"/>
                    <a:pt x="1241668" y="5740276"/>
                    <a:pt x="1238303" y="5812036"/>
                  </a:cubicBezTo>
                  <a:cubicBezTo>
                    <a:pt x="1235508" y="5871554"/>
                    <a:pt x="1228259" y="5931392"/>
                    <a:pt x="1223551" y="5991171"/>
                  </a:cubicBezTo>
                  <a:cubicBezTo>
                    <a:pt x="1221675" y="6016549"/>
                    <a:pt x="1222415" y="6041609"/>
                    <a:pt x="1219699" y="6066726"/>
                  </a:cubicBezTo>
                  <a:cubicBezTo>
                    <a:pt x="1213776" y="6123024"/>
                    <a:pt x="1205938" y="6179576"/>
                    <a:pt x="1199935" y="6236130"/>
                  </a:cubicBezTo>
                  <a:cubicBezTo>
                    <a:pt x="1196614" y="6268403"/>
                    <a:pt x="1198425" y="6301127"/>
                    <a:pt x="1192857" y="6333267"/>
                  </a:cubicBezTo>
                  <a:cubicBezTo>
                    <a:pt x="1179603" y="6409590"/>
                    <a:pt x="1163470" y="6485591"/>
                    <a:pt x="1148174" y="6561849"/>
                  </a:cubicBezTo>
                  <a:cubicBezTo>
                    <a:pt x="1132370" y="6640486"/>
                    <a:pt x="1117066" y="6719000"/>
                    <a:pt x="1100424" y="6797385"/>
                  </a:cubicBezTo>
                  <a:lnTo>
                    <a:pt x="1085621" y="6858000"/>
                  </a:lnTo>
                  <a:lnTo>
                    <a:pt x="932341" y="6858000"/>
                  </a:lnTo>
                  <a:lnTo>
                    <a:pt x="944496" y="6829656"/>
                  </a:lnTo>
                  <a:cubicBezTo>
                    <a:pt x="964836" y="6776399"/>
                    <a:pt x="953622" y="6744439"/>
                    <a:pt x="913239" y="6720119"/>
                  </a:cubicBezTo>
                  <a:cubicBezTo>
                    <a:pt x="890880" y="6706443"/>
                    <a:pt x="866986" y="6690318"/>
                    <a:pt x="870682" y="6655346"/>
                  </a:cubicBezTo>
                  <a:cubicBezTo>
                    <a:pt x="876846" y="6598274"/>
                    <a:pt x="889503" y="6540954"/>
                    <a:pt x="846442" y="6498594"/>
                  </a:cubicBezTo>
                  <a:cubicBezTo>
                    <a:pt x="862273" y="6487399"/>
                    <a:pt x="871751" y="6480449"/>
                    <a:pt x="881150" y="6473756"/>
                  </a:cubicBezTo>
                  <a:cubicBezTo>
                    <a:pt x="907245" y="6455292"/>
                    <a:pt x="930705" y="6407516"/>
                    <a:pt x="922470" y="6377035"/>
                  </a:cubicBezTo>
                  <a:cubicBezTo>
                    <a:pt x="910652" y="6332192"/>
                    <a:pt x="925705" y="6299028"/>
                    <a:pt x="955039" y="6268585"/>
                  </a:cubicBezTo>
                  <a:cubicBezTo>
                    <a:pt x="1003777" y="6217606"/>
                    <a:pt x="1017630" y="6148240"/>
                    <a:pt x="1024350" y="6083443"/>
                  </a:cubicBezTo>
                  <a:cubicBezTo>
                    <a:pt x="1029590" y="6034553"/>
                    <a:pt x="1028255" y="5980246"/>
                    <a:pt x="999696" y="5938416"/>
                  </a:cubicBezTo>
                  <a:cubicBezTo>
                    <a:pt x="990505" y="5925141"/>
                    <a:pt x="991039" y="5901884"/>
                    <a:pt x="988342" y="5882426"/>
                  </a:cubicBezTo>
                  <a:cubicBezTo>
                    <a:pt x="986229" y="5866254"/>
                    <a:pt x="984774" y="5849442"/>
                    <a:pt x="985444" y="5832438"/>
                  </a:cubicBezTo>
                  <a:cubicBezTo>
                    <a:pt x="986010" y="5814273"/>
                    <a:pt x="985042" y="5793656"/>
                    <a:pt x="992016" y="5777751"/>
                  </a:cubicBezTo>
                  <a:cubicBezTo>
                    <a:pt x="1012886" y="5729456"/>
                    <a:pt x="1014467" y="5686488"/>
                    <a:pt x="995028" y="5641832"/>
                  </a:cubicBezTo>
                  <a:cubicBezTo>
                    <a:pt x="984984" y="5618696"/>
                    <a:pt x="974301" y="5585771"/>
                    <a:pt x="981247" y="5562522"/>
                  </a:cubicBezTo>
                  <a:cubicBezTo>
                    <a:pt x="998041" y="5505913"/>
                    <a:pt x="997454" y="5454379"/>
                    <a:pt x="995131" y="5398075"/>
                  </a:cubicBezTo>
                  <a:cubicBezTo>
                    <a:pt x="993724" y="5361807"/>
                    <a:pt x="997229" y="5322258"/>
                    <a:pt x="997379" y="5283928"/>
                  </a:cubicBezTo>
                  <a:cubicBezTo>
                    <a:pt x="997473" y="5239095"/>
                    <a:pt x="1006631" y="5193105"/>
                    <a:pt x="979617" y="5157396"/>
                  </a:cubicBezTo>
                  <a:cubicBezTo>
                    <a:pt x="976728" y="5153402"/>
                    <a:pt x="978724" y="5144705"/>
                    <a:pt x="976441" y="5139485"/>
                  </a:cubicBezTo>
                  <a:cubicBezTo>
                    <a:pt x="969619" y="5122991"/>
                    <a:pt x="964828" y="5102888"/>
                    <a:pt x="953793" y="5091862"/>
                  </a:cubicBezTo>
                  <a:cubicBezTo>
                    <a:pt x="921506" y="5059884"/>
                    <a:pt x="886609" y="5031900"/>
                    <a:pt x="853056" y="5001787"/>
                  </a:cubicBezTo>
                  <a:cubicBezTo>
                    <a:pt x="845882" y="4995337"/>
                    <a:pt x="836325" y="4988437"/>
                    <a:pt x="833979" y="4978966"/>
                  </a:cubicBezTo>
                  <a:cubicBezTo>
                    <a:pt x="820602" y="4924328"/>
                    <a:pt x="808509" y="4869239"/>
                    <a:pt x="796995" y="4813768"/>
                  </a:cubicBezTo>
                  <a:cubicBezTo>
                    <a:pt x="792418" y="4791474"/>
                    <a:pt x="803209" y="4777314"/>
                    <a:pt x="820590" y="4764057"/>
                  </a:cubicBezTo>
                  <a:cubicBezTo>
                    <a:pt x="837188" y="4751123"/>
                    <a:pt x="855398" y="4734452"/>
                    <a:pt x="864688" y="4714752"/>
                  </a:cubicBezTo>
                  <a:cubicBezTo>
                    <a:pt x="883062" y="4675275"/>
                    <a:pt x="897521" y="4632902"/>
                    <a:pt x="910485" y="4590911"/>
                  </a:cubicBezTo>
                  <a:cubicBezTo>
                    <a:pt x="915338" y="4575199"/>
                    <a:pt x="912978" y="4556131"/>
                    <a:pt x="911445" y="4539571"/>
                  </a:cubicBezTo>
                  <a:cubicBezTo>
                    <a:pt x="908527" y="4508200"/>
                    <a:pt x="900999" y="4477659"/>
                    <a:pt x="900285" y="4445837"/>
                  </a:cubicBezTo>
                  <a:cubicBezTo>
                    <a:pt x="899539" y="4408923"/>
                    <a:pt x="887958" y="4383340"/>
                    <a:pt x="863237" y="4364703"/>
                  </a:cubicBezTo>
                  <a:cubicBezTo>
                    <a:pt x="826431" y="4336971"/>
                    <a:pt x="808536" y="4292507"/>
                    <a:pt x="798070" y="4243284"/>
                  </a:cubicBezTo>
                  <a:cubicBezTo>
                    <a:pt x="784617" y="4180721"/>
                    <a:pt x="805728" y="4117545"/>
                    <a:pt x="817097" y="4054750"/>
                  </a:cubicBezTo>
                  <a:cubicBezTo>
                    <a:pt x="821537" y="4030724"/>
                    <a:pt x="826632" y="4006057"/>
                    <a:pt x="826251" y="3982801"/>
                  </a:cubicBezTo>
                  <a:cubicBezTo>
                    <a:pt x="825347" y="3916709"/>
                    <a:pt x="825150" y="3850833"/>
                    <a:pt x="836848" y="3784939"/>
                  </a:cubicBezTo>
                  <a:lnTo>
                    <a:pt x="841285" y="3766755"/>
                  </a:lnTo>
                  <a:lnTo>
                    <a:pt x="841284" y="3766755"/>
                  </a:lnTo>
                  <a:lnTo>
                    <a:pt x="852925" y="3719034"/>
                  </a:lnTo>
                  <a:cubicBezTo>
                    <a:pt x="855152" y="3711822"/>
                    <a:pt x="856753" y="3704413"/>
                    <a:pt x="857932" y="3696880"/>
                  </a:cubicBezTo>
                  <a:cubicBezTo>
                    <a:pt x="868683" y="3631632"/>
                    <a:pt x="885300" y="3565939"/>
                    <a:pt x="853534" y="3507036"/>
                  </a:cubicBezTo>
                  <a:cubicBezTo>
                    <a:pt x="850623" y="3501622"/>
                    <a:pt x="849992" y="3494020"/>
                    <a:pt x="850226" y="3485839"/>
                  </a:cubicBezTo>
                  <a:close/>
                  <a:moveTo>
                    <a:pt x="0" y="0"/>
                  </a:moveTo>
                  <a:lnTo>
                    <a:pt x="455609" y="0"/>
                  </a:lnTo>
                  <a:lnTo>
                    <a:pt x="459171" y="72395"/>
                  </a:lnTo>
                  <a:cubicBezTo>
                    <a:pt x="459671" y="92301"/>
                    <a:pt x="456894" y="113171"/>
                    <a:pt x="460041" y="131917"/>
                  </a:cubicBezTo>
                  <a:cubicBezTo>
                    <a:pt x="474213" y="218122"/>
                    <a:pt x="492031" y="302910"/>
                    <a:pt x="504421" y="389691"/>
                  </a:cubicBezTo>
                  <a:cubicBezTo>
                    <a:pt x="517349" y="479177"/>
                    <a:pt x="539516" y="562489"/>
                    <a:pt x="582097" y="634609"/>
                  </a:cubicBezTo>
                  <a:cubicBezTo>
                    <a:pt x="621686" y="701573"/>
                    <a:pt x="662589" y="767248"/>
                    <a:pt x="702468" y="834019"/>
                  </a:cubicBezTo>
                  <a:cubicBezTo>
                    <a:pt x="712587" y="850968"/>
                    <a:pt x="725536" y="867665"/>
                    <a:pt x="729203" y="887701"/>
                  </a:cubicBezTo>
                  <a:cubicBezTo>
                    <a:pt x="736973" y="929321"/>
                    <a:pt x="740155" y="973193"/>
                    <a:pt x="743787" y="1016355"/>
                  </a:cubicBezTo>
                  <a:cubicBezTo>
                    <a:pt x="746786" y="1053398"/>
                    <a:pt x="745800" y="1091467"/>
                    <a:pt x="750083" y="1128060"/>
                  </a:cubicBezTo>
                  <a:cubicBezTo>
                    <a:pt x="753428" y="1157309"/>
                    <a:pt x="762038" y="1185083"/>
                    <a:pt x="768866" y="1213431"/>
                  </a:cubicBezTo>
                  <a:cubicBezTo>
                    <a:pt x="774767" y="1238107"/>
                    <a:pt x="778357" y="1264327"/>
                    <a:pt x="787802" y="1286432"/>
                  </a:cubicBezTo>
                  <a:cubicBezTo>
                    <a:pt x="810582" y="1340304"/>
                    <a:pt x="832653" y="1394242"/>
                    <a:pt x="842837" y="1455511"/>
                  </a:cubicBezTo>
                  <a:cubicBezTo>
                    <a:pt x="853049" y="1515944"/>
                    <a:pt x="867276" y="1574511"/>
                    <a:pt x="877988" y="1634814"/>
                  </a:cubicBezTo>
                  <a:cubicBezTo>
                    <a:pt x="888390" y="1693895"/>
                    <a:pt x="902813" y="1748857"/>
                    <a:pt x="941063" y="1789731"/>
                  </a:cubicBezTo>
                  <a:cubicBezTo>
                    <a:pt x="957906" y="1807908"/>
                    <a:pt x="975122" y="1831564"/>
                    <a:pt x="980124" y="1857657"/>
                  </a:cubicBezTo>
                  <a:cubicBezTo>
                    <a:pt x="987207" y="1894833"/>
                    <a:pt x="980788" y="1937150"/>
                    <a:pt x="984484" y="1976384"/>
                  </a:cubicBezTo>
                  <a:cubicBezTo>
                    <a:pt x="988781" y="2022576"/>
                    <a:pt x="988793" y="2074493"/>
                    <a:pt x="1007189" y="2110650"/>
                  </a:cubicBezTo>
                  <a:cubicBezTo>
                    <a:pt x="1023612" y="2142809"/>
                    <a:pt x="1034723" y="2173610"/>
                    <a:pt x="1039893" y="2211041"/>
                  </a:cubicBezTo>
                  <a:cubicBezTo>
                    <a:pt x="1043484" y="2237261"/>
                    <a:pt x="1057690" y="2260269"/>
                    <a:pt x="1059162" y="2286682"/>
                  </a:cubicBezTo>
                  <a:cubicBezTo>
                    <a:pt x="1061252" y="2321469"/>
                    <a:pt x="1060754" y="2355740"/>
                    <a:pt x="1070522" y="2388667"/>
                  </a:cubicBezTo>
                  <a:cubicBezTo>
                    <a:pt x="1080600" y="2422815"/>
                    <a:pt x="1085513" y="2459602"/>
                    <a:pt x="1093939" y="2494653"/>
                  </a:cubicBezTo>
                  <a:cubicBezTo>
                    <a:pt x="1098500" y="2513273"/>
                    <a:pt x="1106866" y="2529964"/>
                    <a:pt x="1112007" y="2548197"/>
                  </a:cubicBezTo>
                  <a:cubicBezTo>
                    <a:pt x="1121409" y="2581573"/>
                    <a:pt x="1130232" y="2615336"/>
                    <a:pt x="1138346" y="2649163"/>
                  </a:cubicBezTo>
                  <a:cubicBezTo>
                    <a:pt x="1146465" y="2682988"/>
                    <a:pt x="1157699" y="2716368"/>
                    <a:pt x="1160337" y="2751608"/>
                  </a:cubicBezTo>
                  <a:cubicBezTo>
                    <a:pt x="1164714" y="2811646"/>
                    <a:pt x="1159211" y="2873999"/>
                    <a:pt x="1165737" y="2933012"/>
                  </a:cubicBezTo>
                  <a:cubicBezTo>
                    <a:pt x="1172445" y="2992925"/>
                    <a:pt x="1185964" y="3051556"/>
                    <a:pt x="1202029" y="3107873"/>
                  </a:cubicBezTo>
                  <a:cubicBezTo>
                    <a:pt x="1214635" y="3152396"/>
                    <a:pt x="1227749" y="3194534"/>
                    <a:pt x="1225692" y="3244974"/>
                  </a:cubicBezTo>
                  <a:cubicBezTo>
                    <a:pt x="1224565" y="3273123"/>
                    <a:pt x="1231196" y="3305079"/>
                    <a:pt x="1243916" y="3326221"/>
                  </a:cubicBezTo>
                  <a:cubicBezTo>
                    <a:pt x="1271701" y="3372044"/>
                    <a:pt x="1285247" y="3423911"/>
                    <a:pt x="1293067" y="3480219"/>
                  </a:cubicBezTo>
                  <a:lnTo>
                    <a:pt x="1308071" y="3585182"/>
                  </a:lnTo>
                  <a:lnTo>
                    <a:pt x="1295962" y="3584708"/>
                  </a:lnTo>
                  <a:cubicBezTo>
                    <a:pt x="1237754" y="3586303"/>
                    <a:pt x="1180629" y="3594888"/>
                    <a:pt x="1118893" y="3568330"/>
                  </a:cubicBezTo>
                  <a:cubicBezTo>
                    <a:pt x="1113435" y="3565936"/>
                    <a:pt x="1102517" y="3567964"/>
                    <a:pt x="1094179" y="3567566"/>
                  </a:cubicBezTo>
                  <a:cubicBezTo>
                    <a:pt x="1027548" y="3564029"/>
                    <a:pt x="967064" y="3547281"/>
                    <a:pt x="922719" y="3516472"/>
                  </a:cubicBezTo>
                  <a:cubicBezTo>
                    <a:pt x="908178" y="3506414"/>
                    <a:pt x="892942" y="3497984"/>
                    <a:pt x="877028" y="3490955"/>
                  </a:cubicBezTo>
                  <a:lnTo>
                    <a:pt x="850533" y="3481837"/>
                  </a:lnTo>
                  <a:lnTo>
                    <a:pt x="852113" y="3461170"/>
                  </a:lnTo>
                  <a:cubicBezTo>
                    <a:pt x="854391" y="3434500"/>
                    <a:pt x="848474" y="3414331"/>
                    <a:pt x="831383" y="3399179"/>
                  </a:cubicBezTo>
                  <a:cubicBezTo>
                    <a:pt x="801767" y="3373388"/>
                    <a:pt x="773654" y="3344957"/>
                    <a:pt x="743141" y="3320580"/>
                  </a:cubicBezTo>
                  <a:cubicBezTo>
                    <a:pt x="722236" y="3303685"/>
                    <a:pt x="714543" y="3281842"/>
                    <a:pt x="713221" y="3251241"/>
                  </a:cubicBezTo>
                  <a:cubicBezTo>
                    <a:pt x="712555" y="3234106"/>
                    <a:pt x="704768" y="3217029"/>
                    <a:pt x="697098" y="3202528"/>
                  </a:cubicBezTo>
                  <a:cubicBezTo>
                    <a:pt x="687845" y="3184997"/>
                    <a:pt x="672212" y="3172554"/>
                    <a:pt x="664820" y="3154190"/>
                  </a:cubicBezTo>
                  <a:cubicBezTo>
                    <a:pt x="646169" y="3109209"/>
                    <a:pt x="616744" y="3087991"/>
                    <a:pt x="572501" y="3087312"/>
                  </a:cubicBezTo>
                  <a:cubicBezTo>
                    <a:pt x="533259" y="3086763"/>
                    <a:pt x="493731" y="3044085"/>
                    <a:pt x="497703" y="3005243"/>
                  </a:cubicBezTo>
                  <a:cubicBezTo>
                    <a:pt x="502030" y="2962279"/>
                    <a:pt x="490540" y="2928257"/>
                    <a:pt x="476984" y="2892751"/>
                  </a:cubicBezTo>
                  <a:cubicBezTo>
                    <a:pt x="469363" y="2872905"/>
                    <a:pt x="465404" y="2847135"/>
                    <a:pt x="468947" y="2824527"/>
                  </a:cubicBezTo>
                  <a:cubicBezTo>
                    <a:pt x="482188" y="2738605"/>
                    <a:pt x="520979" y="2665650"/>
                    <a:pt x="569138" y="2595026"/>
                  </a:cubicBezTo>
                  <a:cubicBezTo>
                    <a:pt x="600577" y="2548865"/>
                    <a:pt x="622260" y="2493483"/>
                    <a:pt x="645397" y="2440808"/>
                  </a:cubicBezTo>
                  <a:cubicBezTo>
                    <a:pt x="652529" y="2424387"/>
                    <a:pt x="655029" y="2401457"/>
                    <a:pt x="651820" y="2384384"/>
                  </a:cubicBezTo>
                  <a:cubicBezTo>
                    <a:pt x="640949" y="2324596"/>
                    <a:pt x="629163" y="2264805"/>
                    <a:pt x="612994" y="2207332"/>
                  </a:cubicBezTo>
                  <a:cubicBezTo>
                    <a:pt x="597678" y="2153787"/>
                    <a:pt x="601053" y="2099808"/>
                    <a:pt x="620894" y="2046679"/>
                  </a:cubicBezTo>
                  <a:cubicBezTo>
                    <a:pt x="635367" y="2007977"/>
                    <a:pt x="641110" y="1970814"/>
                    <a:pt x="644614" y="1931265"/>
                  </a:cubicBezTo>
                  <a:cubicBezTo>
                    <a:pt x="647465" y="1898285"/>
                    <a:pt x="653360" y="1862859"/>
                    <a:pt x="665994" y="1832337"/>
                  </a:cubicBezTo>
                  <a:cubicBezTo>
                    <a:pt x="683779" y="1789578"/>
                    <a:pt x="688928" y="1751381"/>
                    <a:pt x="678276" y="1709437"/>
                  </a:cubicBezTo>
                  <a:cubicBezTo>
                    <a:pt x="672576" y="1687079"/>
                    <a:pt x="673987" y="1660990"/>
                    <a:pt x="672955" y="1636123"/>
                  </a:cubicBezTo>
                  <a:cubicBezTo>
                    <a:pt x="671272" y="1597795"/>
                    <a:pt x="671867" y="1558758"/>
                    <a:pt x="668480" y="1520749"/>
                  </a:cubicBezTo>
                  <a:cubicBezTo>
                    <a:pt x="665050" y="1479903"/>
                    <a:pt x="655019" y="1440408"/>
                    <a:pt x="653920" y="1399437"/>
                  </a:cubicBezTo>
                  <a:cubicBezTo>
                    <a:pt x="652652" y="1355309"/>
                    <a:pt x="639893" y="1323154"/>
                    <a:pt x="612686" y="1296979"/>
                  </a:cubicBezTo>
                  <a:cubicBezTo>
                    <a:pt x="595576" y="1280408"/>
                    <a:pt x="578401" y="1259588"/>
                    <a:pt x="570220" y="1235618"/>
                  </a:cubicBezTo>
                  <a:cubicBezTo>
                    <a:pt x="553631" y="1186194"/>
                    <a:pt x="545669" y="1131821"/>
                    <a:pt x="529736" y="1081752"/>
                  </a:cubicBezTo>
                  <a:cubicBezTo>
                    <a:pt x="507466" y="1011390"/>
                    <a:pt x="481332" y="944631"/>
                    <a:pt x="414305" y="918292"/>
                  </a:cubicBezTo>
                  <a:cubicBezTo>
                    <a:pt x="377314" y="903769"/>
                    <a:pt x="368843" y="874065"/>
                    <a:pt x="373924" y="825689"/>
                  </a:cubicBezTo>
                  <a:cubicBezTo>
                    <a:pt x="375689" y="809590"/>
                    <a:pt x="376722" y="786203"/>
                    <a:pt x="368949" y="778726"/>
                  </a:cubicBezTo>
                  <a:cubicBezTo>
                    <a:pt x="345838" y="756354"/>
                    <a:pt x="349308" y="725824"/>
                    <a:pt x="347020" y="694643"/>
                  </a:cubicBezTo>
                  <a:cubicBezTo>
                    <a:pt x="345704" y="675894"/>
                    <a:pt x="339306" y="651346"/>
                    <a:pt x="327478" y="642898"/>
                  </a:cubicBezTo>
                  <a:cubicBezTo>
                    <a:pt x="279698" y="608395"/>
                    <a:pt x="263590" y="549247"/>
                    <a:pt x="243468" y="491960"/>
                  </a:cubicBezTo>
                  <a:cubicBezTo>
                    <a:pt x="237433" y="475142"/>
                    <a:pt x="230250" y="456843"/>
                    <a:pt x="218930" y="446010"/>
                  </a:cubicBezTo>
                  <a:cubicBezTo>
                    <a:pt x="194433" y="422927"/>
                    <a:pt x="180036" y="395344"/>
                    <a:pt x="180614" y="354892"/>
                  </a:cubicBezTo>
                  <a:cubicBezTo>
                    <a:pt x="180923" y="342010"/>
                    <a:pt x="176523" y="328798"/>
                    <a:pt x="171988" y="317521"/>
                  </a:cubicBezTo>
                  <a:cubicBezTo>
                    <a:pt x="162052" y="293291"/>
                    <a:pt x="148442" y="271315"/>
                    <a:pt x="139875" y="246378"/>
                  </a:cubicBezTo>
                  <a:cubicBezTo>
                    <a:pt x="117577" y="182780"/>
                    <a:pt x="95749" y="119890"/>
                    <a:pt x="51499" y="73211"/>
                  </a:cubicBezTo>
                  <a:cubicBezTo>
                    <a:pt x="40691" y="61834"/>
                    <a:pt x="29467" y="49763"/>
                    <a:pt x="19690" y="366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2056" name="Picture 8" descr="34,200+ Temple Jungle Stock Photos, Pictures &amp; Royalty-Free Images - iStock">
            <a:extLst>
              <a:ext uri="{FF2B5EF4-FFF2-40B4-BE49-F238E27FC236}">
                <a16:creationId xmlns:a16="http://schemas.microsoft.com/office/drawing/2014/main" id="{76FBBCDC-51AB-ABB0-1C9D-2D0574225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31" r="5769" b="1"/>
          <a:stretch/>
        </p:blipFill>
        <p:spPr bwMode="auto">
          <a:xfrm>
            <a:off x="20" y="10"/>
            <a:ext cx="3690882" cy="3333740"/>
          </a:xfrm>
          <a:custGeom>
            <a:avLst/>
            <a:gdLst/>
            <a:ahLst/>
            <a:cxnLst/>
            <a:rect l="l" t="t" r="r" b="b"/>
            <a:pathLst>
              <a:path w="3690902" h="3333750">
                <a:moveTo>
                  <a:pt x="0" y="0"/>
                </a:moveTo>
                <a:lnTo>
                  <a:pt x="2996382" y="0"/>
                </a:lnTo>
                <a:lnTo>
                  <a:pt x="3563333" y="1750276"/>
                </a:lnTo>
                <a:lnTo>
                  <a:pt x="3690902" y="3333750"/>
                </a:lnTo>
                <a:lnTo>
                  <a:pt x="0" y="333375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Jungle - Wikipedia">
            <a:extLst>
              <a:ext uri="{FF2B5EF4-FFF2-40B4-BE49-F238E27FC236}">
                <a16:creationId xmlns:a16="http://schemas.microsoft.com/office/drawing/2014/main" id="{B7EA1AB6-DE80-55F4-CFDE-FBCFEEDC7B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9" r="17822"/>
          <a:stretch/>
        </p:blipFill>
        <p:spPr bwMode="auto">
          <a:xfrm>
            <a:off x="8281916" y="1"/>
            <a:ext cx="3910084" cy="3333747"/>
          </a:xfrm>
          <a:custGeom>
            <a:avLst/>
            <a:gdLst/>
            <a:ahLst/>
            <a:cxnLst/>
            <a:rect l="l" t="t" r="r" b="b"/>
            <a:pathLst>
              <a:path w="3910084" h="3333747">
                <a:moveTo>
                  <a:pt x="118775" y="0"/>
                </a:moveTo>
                <a:lnTo>
                  <a:pt x="3910084" y="0"/>
                </a:lnTo>
                <a:lnTo>
                  <a:pt x="3910084" y="3333747"/>
                </a:lnTo>
                <a:lnTo>
                  <a:pt x="203835" y="3333747"/>
                </a:lnTo>
                <a:lnTo>
                  <a:pt x="0" y="803615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Jungle Temple Images – Browse 106,658 Stock Photos, Vectors, and Video |  Adobe Stock">
            <a:extLst>
              <a:ext uri="{FF2B5EF4-FFF2-40B4-BE49-F238E27FC236}">
                <a16:creationId xmlns:a16="http://schemas.microsoft.com/office/drawing/2014/main" id="{30DF2D3E-7F31-FE3F-DECF-B39703DF89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37" r="9474" b="1"/>
          <a:stretch/>
        </p:blipFill>
        <p:spPr bwMode="auto">
          <a:xfrm>
            <a:off x="20" y="3524255"/>
            <a:ext cx="3910064" cy="3333745"/>
          </a:xfrm>
          <a:custGeom>
            <a:avLst/>
            <a:gdLst/>
            <a:ahLst/>
            <a:cxnLst/>
            <a:rect l="l" t="t" r="r" b="b"/>
            <a:pathLst>
              <a:path w="3910084" h="3333745">
                <a:moveTo>
                  <a:pt x="0" y="0"/>
                </a:moveTo>
                <a:lnTo>
                  <a:pt x="3706250" y="0"/>
                </a:lnTo>
                <a:lnTo>
                  <a:pt x="3910084" y="2530130"/>
                </a:lnTo>
                <a:lnTo>
                  <a:pt x="3791309" y="3333745"/>
                </a:lnTo>
                <a:lnTo>
                  <a:pt x="0" y="3333745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67" name="Group 2066">
            <a:extLst>
              <a:ext uri="{FF2B5EF4-FFF2-40B4-BE49-F238E27FC236}">
                <a16:creationId xmlns:a16="http://schemas.microsoft.com/office/drawing/2014/main" id="{0220991A-5EB0-44E3-B615-BDCA59E66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48589" y="0"/>
            <a:ext cx="1339053" cy="6858000"/>
            <a:chOff x="2661507" y="0"/>
            <a:chExt cx="1339053" cy="6858000"/>
          </a:xfrm>
        </p:grpSpPr>
        <p:sp>
          <p:nvSpPr>
            <p:cNvPr id="2068" name="Freeform: Shape 2067">
              <a:extLst>
                <a:ext uri="{FF2B5EF4-FFF2-40B4-BE49-F238E27FC236}">
                  <a16:creationId xmlns:a16="http://schemas.microsoft.com/office/drawing/2014/main" id="{6FBE570C-9796-4356-8D50-B25FFB05B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61507" y="0"/>
              <a:ext cx="1339053" cy="6858000"/>
            </a:xfrm>
            <a:custGeom>
              <a:avLst/>
              <a:gdLst>
                <a:gd name="connsiteX0" fmla="*/ 850532 w 1339053"/>
                <a:gd name="connsiteY0" fmla="*/ 3481838 h 6858000"/>
                <a:gd name="connsiteX1" fmla="*/ 877027 w 1339053"/>
                <a:gd name="connsiteY1" fmla="*/ 3490955 h 6858000"/>
                <a:gd name="connsiteX2" fmla="*/ 922718 w 1339053"/>
                <a:gd name="connsiteY2" fmla="*/ 3516472 h 6858000"/>
                <a:gd name="connsiteX3" fmla="*/ 1094179 w 1339053"/>
                <a:gd name="connsiteY3" fmla="*/ 3567567 h 6858000"/>
                <a:gd name="connsiteX4" fmla="*/ 1118891 w 1339053"/>
                <a:gd name="connsiteY4" fmla="*/ 3568331 h 6858000"/>
                <a:gd name="connsiteX5" fmla="*/ 1295961 w 1339053"/>
                <a:gd name="connsiteY5" fmla="*/ 3584709 h 6858000"/>
                <a:gd name="connsiteX6" fmla="*/ 1308070 w 1339053"/>
                <a:gd name="connsiteY6" fmla="*/ 3585183 h 6858000"/>
                <a:gd name="connsiteX7" fmla="*/ 1325263 w 1339053"/>
                <a:gd name="connsiteY7" fmla="*/ 3705453 h 6858000"/>
                <a:gd name="connsiteX8" fmla="*/ 1334107 w 1339053"/>
                <a:gd name="connsiteY8" fmla="*/ 3772268 h 6858000"/>
                <a:gd name="connsiteX9" fmla="*/ 1338203 w 1339053"/>
                <a:gd name="connsiteY9" fmla="*/ 3831076 h 6858000"/>
                <a:gd name="connsiteX10" fmla="*/ 1338805 w 1339053"/>
                <a:gd name="connsiteY10" fmla="*/ 3839709 h 6858000"/>
                <a:gd name="connsiteX11" fmla="*/ 1335635 w 1339053"/>
                <a:gd name="connsiteY11" fmla="*/ 4118635 h 6858000"/>
                <a:gd name="connsiteX12" fmla="*/ 1337171 w 1339053"/>
                <a:gd name="connsiteY12" fmla="*/ 4209403 h 6858000"/>
                <a:gd name="connsiteX13" fmla="*/ 1325840 w 1339053"/>
                <a:gd name="connsiteY13" fmla="*/ 4309174 h 6858000"/>
                <a:gd name="connsiteX14" fmla="*/ 1321122 w 1339053"/>
                <a:gd name="connsiteY14" fmla="*/ 4473630 h 6858000"/>
                <a:gd name="connsiteX15" fmla="*/ 1302196 w 1339053"/>
                <a:gd name="connsiteY15" fmla="*/ 4791709 h 6858000"/>
                <a:gd name="connsiteX16" fmla="*/ 1293239 w 1339053"/>
                <a:gd name="connsiteY16" fmla="*/ 4860048 h 6858000"/>
                <a:gd name="connsiteX17" fmla="*/ 1288829 w 1339053"/>
                <a:gd name="connsiteY17" fmla="*/ 5039837 h 6858000"/>
                <a:gd name="connsiteX18" fmla="*/ 1289584 w 1339053"/>
                <a:gd name="connsiteY18" fmla="*/ 5148703 h 6858000"/>
                <a:gd name="connsiteX19" fmla="*/ 1282205 w 1339053"/>
                <a:gd name="connsiteY19" fmla="*/ 5236435 h 6858000"/>
                <a:gd name="connsiteX20" fmla="*/ 1268145 w 1339053"/>
                <a:gd name="connsiteY20" fmla="*/ 5311662 h 6858000"/>
                <a:gd name="connsiteX21" fmla="*/ 1250547 w 1339053"/>
                <a:gd name="connsiteY21" fmla="*/ 5515595 h 6858000"/>
                <a:gd name="connsiteX22" fmla="*/ 1243323 w 1339053"/>
                <a:gd name="connsiteY22" fmla="*/ 5596885 h 6858000"/>
                <a:gd name="connsiteX23" fmla="*/ 1238303 w 1339053"/>
                <a:gd name="connsiteY23" fmla="*/ 5812036 h 6858000"/>
                <a:gd name="connsiteX24" fmla="*/ 1223551 w 1339053"/>
                <a:gd name="connsiteY24" fmla="*/ 5991171 h 6858000"/>
                <a:gd name="connsiteX25" fmla="*/ 1219699 w 1339053"/>
                <a:gd name="connsiteY25" fmla="*/ 6066726 h 6858000"/>
                <a:gd name="connsiteX26" fmla="*/ 1199935 w 1339053"/>
                <a:gd name="connsiteY26" fmla="*/ 6236130 h 6858000"/>
                <a:gd name="connsiteX27" fmla="*/ 1192857 w 1339053"/>
                <a:gd name="connsiteY27" fmla="*/ 6333267 h 6858000"/>
                <a:gd name="connsiteX28" fmla="*/ 1148174 w 1339053"/>
                <a:gd name="connsiteY28" fmla="*/ 6561849 h 6858000"/>
                <a:gd name="connsiteX29" fmla="*/ 1100424 w 1339053"/>
                <a:gd name="connsiteY29" fmla="*/ 6797385 h 6858000"/>
                <a:gd name="connsiteX30" fmla="*/ 1085621 w 1339053"/>
                <a:gd name="connsiteY30" fmla="*/ 6858000 h 6858000"/>
                <a:gd name="connsiteX31" fmla="*/ 932341 w 1339053"/>
                <a:gd name="connsiteY31" fmla="*/ 6858000 h 6858000"/>
                <a:gd name="connsiteX32" fmla="*/ 944496 w 1339053"/>
                <a:gd name="connsiteY32" fmla="*/ 6829656 h 6858000"/>
                <a:gd name="connsiteX33" fmla="*/ 913239 w 1339053"/>
                <a:gd name="connsiteY33" fmla="*/ 6720119 h 6858000"/>
                <a:gd name="connsiteX34" fmla="*/ 870682 w 1339053"/>
                <a:gd name="connsiteY34" fmla="*/ 6655346 h 6858000"/>
                <a:gd name="connsiteX35" fmla="*/ 846442 w 1339053"/>
                <a:gd name="connsiteY35" fmla="*/ 6498594 h 6858000"/>
                <a:gd name="connsiteX36" fmla="*/ 881150 w 1339053"/>
                <a:gd name="connsiteY36" fmla="*/ 6473756 h 6858000"/>
                <a:gd name="connsiteX37" fmla="*/ 922470 w 1339053"/>
                <a:gd name="connsiteY37" fmla="*/ 6377035 h 6858000"/>
                <a:gd name="connsiteX38" fmla="*/ 955039 w 1339053"/>
                <a:gd name="connsiteY38" fmla="*/ 6268585 h 6858000"/>
                <a:gd name="connsiteX39" fmla="*/ 1024350 w 1339053"/>
                <a:gd name="connsiteY39" fmla="*/ 6083443 h 6858000"/>
                <a:gd name="connsiteX40" fmla="*/ 999696 w 1339053"/>
                <a:gd name="connsiteY40" fmla="*/ 5938416 h 6858000"/>
                <a:gd name="connsiteX41" fmla="*/ 988342 w 1339053"/>
                <a:gd name="connsiteY41" fmla="*/ 5882426 h 6858000"/>
                <a:gd name="connsiteX42" fmla="*/ 985444 w 1339053"/>
                <a:gd name="connsiteY42" fmla="*/ 5832438 h 6858000"/>
                <a:gd name="connsiteX43" fmla="*/ 992016 w 1339053"/>
                <a:gd name="connsiteY43" fmla="*/ 5777751 h 6858000"/>
                <a:gd name="connsiteX44" fmla="*/ 995028 w 1339053"/>
                <a:gd name="connsiteY44" fmla="*/ 5641832 h 6858000"/>
                <a:gd name="connsiteX45" fmla="*/ 981247 w 1339053"/>
                <a:gd name="connsiteY45" fmla="*/ 5562522 h 6858000"/>
                <a:gd name="connsiteX46" fmla="*/ 995131 w 1339053"/>
                <a:gd name="connsiteY46" fmla="*/ 5398075 h 6858000"/>
                <a:gd name="connsiteX47" fmla="*/ 997379 w 1339053"/>
                <a:gd name="connsiteY47" fmla="*/ 5283928 h 6858000"/>
                <a:gd name="connsiteX48" fmla="*/ 979617 w 1339053"/>
                <a:gd name="connsiteY48" fmla="*/ 5157396 h 6858000"/>
                <a:gd name="connsiteX49" fmla="*/ 976441 w 1339053"/>
                <a:gd name="connsiteY49" fmla="*/ 5139485 h 6858000"/>
                <a:gd name="connsiteX50" fmla="*/ 953793 w 1339053"/>
                <a:gd name="connsiteY50" fmla="*/ 5091862 h 6858000"/>
                <a:gd name="connsiteX51" fmla="*/ 853056 w 1339053"/>
                <a:gd name="connsiteY51" fmla="*/ 5001787 h 6858000"/>
                <a:gd name="connsiteX52" fmla="*/ 833979 w 1339053"/>
                <a:gd name="connsiteY52" fmla="*/ 4978966 h 6858000"/>
                <a:gd name="connsiteX53" fmla="*/ 796995 w 1339053"/>
                <a:gd name="connsiteY53" fmla="*/ 4813768 h 6858000"/>
                <a:gd name="connsiteX54" fmla="*/ 820590 w 1339053"/>
                <a:gd name="connsiteY54" fmla="*/ 4764057 h 6858000"/>
                <a:gd name="connsiteX55" fmla="*/ 864688 w 1339053"/>
                <a:gd name="connsiteY55" fmla="*/ 4714752 h 6858000"/>
                <a:gd name="connsiteX56" fmla="*/ 910485 w 1339053"/>
                <a:gd name="connsiteY56" fmla="*/ 4590911 h 6858000"/>
                <a:gd name="connsiteX57" fmla="*/ 911445 w 1339053"/>
                <a:gd name="connsiteY57" fmla="*/ 4539571 h 6858000"/>
                <a:gd name="connsiteX58" fmla="*/ 900285 w 1339053"/>
                <a:gd name="connsiteY58" fmla="*/ 4445837 h 6858000"/>
                <a:gd name="connsiteX59" fmla="*/ 863237 w 1339053"/>
                <a:gd name="connsiteY59" fmla="*/ 4364703 h 6858000"/>
                <a:gd name="connsiteX60" fmla="*/ 798070 w 1339053"/>
                <a:gd name="connsiteY60" fmla="*/ 4243284 h 6858000"/>
                <a:gd name="connsiteX61" fmla="*/ 817097 w 1339053"/>
                <a:gd name="connsiteY61" fmla="*/ 4054750 h 6858000"/>
                <a:gd name="connsiteX62" fmla="*/ 826251 w 1339053"/>
                <a:gd name="connsiteY62" fmla="*/ 3982801 h 6858000"/>
                <a:gd name="connsiteX63" fmla="*/ 836848 w 1339053"/>
                <a:gd name="connsiteY63" fmla="*/ 3784939 h 6858000"/>
                <a:gd name="connsiteX64" fmla="*/ 841285 w 1339053"/>
                <a:gd name="connsiteY64" fmla="*/ 3766755 h 6858000"/>
                <a:gd name="connsiteX65" fmla="*/ 841284 w 1339053"/>
                <a:gd name="connsiteY65" fmla="*/ 3766755 h 6858000"/>
                <a:gd name="connsiteX66" fmla="*/ 852925 w 1339053"/>
                <a:gd name="connsiteY66" fmla="*/ 3719034 h 6858000"/>
                <a:gd name="connsiteX67" fmla="*/ 857932 w 1339053"/>
                <a:gd name="connsiteY67" fmla="*/ 3696880 h 6858000"/>
                <a:gd name="connsiteX68" fmla="*/ 853534 w 1339053"/>
                <a:gd name="connsiteY68" fmla="*/ 3507036 h 6858000"/>
                <a:gd name="connsiteX69" fmla="*/ 850226 w 1339053"/>
                <a:gd name="connsiteY69" fmla="*/ 3485839 h 6858000"/>
                <a:gd name="connsiteX70" fmla="*/ 0 w 1339053"/>
                <a:gd name="connsiteY70" fmla="*/ 0 h 6858000"/>
                <a:gd name="connsiteX71" fmla="*/ 455609 w 1339053"/>
                <a:gd name="connsiteY71" fmla="*/ 0 h 6858000"/>
                <a:gd name="connsiteX72" fmla="*/ 459171 w 1339053"/>
                <a:gd name="connsiteY72" fmla="*/ 72395 h 6858000"/>
                <a:gd name="connsiteX73" fmla="*/ 460041 w 1339053"/>
                <a:gd name="connsiteY73" fmla="*/ 131917 h 6858000"/>
                <a:gd name="connsiteX74" fmla="*/ 504421 w 1339053"/>
                <a:gd name="connsiteY74" fmla="*/ 389691 h 6858000"/>
                <a:gd name="connsiteX75" fmla="*/ 582097 w 1339053"/>
                <a:gd name="connsiteY75" fmla="*/ 634609 h 6858000"/>
                <a:gd name="connsiteX76" fmla="*/ 702468 w 1339053"/>
                <a:gd name="connsiteY76" fmla="*/ 834019 h 6858000"/>
                <a:gd name="connsiteX77" fmla="*/ 729203 w 1339053"/>
                <a:gd name="connsiteY77" fmla="*/ 887701 h 6858000"/>
                <a:gd name="connsiteX78" fmla="*/ 743787 w 1339053"/>
                <a:gd name="connsiteY78" fmla="*/ 1016355 h 6858000"/>
                <a:gd name="connsiteX79" fmla="*/ 750083 w 1339053"/>
                <a:gd name="connsiteY79" fmla="*/ 1128060 h 6858000"/>
                <a:gd name="connsiteX80" fmla="*/ 768866 w 1339053"/>
                <a:gd name="connsiteY80" fmla="*/ 1213431 h 6858000"/>
                <a:gd name="connsiteX81" fmla="*/ 787802 w 1339053"/>
                <a:gd name="connsiteY81" fmla="*/ 1286432 h 6858000"/>
                <a:gd name="connsiteX82" fmla="*/ 842837 w 1339053"/>
                <a:gd name="connsiteY82" fmla="*/ 1455511 h 6858000"/>
                <a:gd name="connsiteX83" fmla="*/ 877988 w 1339053"/>
                <a:gd name="connsiteY83" fmla="*/ 1634814 h 6858000"/>
                <a:gd name="connsiteX84" fmla="*/ 941063 w 1339053"/>
                <a:gd name="connsiteY84" fmla="*/ 1789731 h 6858000"/>
                <a:gd name="connsiteX85" fmla="*/ 980124 w 1339053"/>
                <a:gd name="connsiteY85" fmla="*/ 1857657 h 6858000"/>
                <a:gd name="connsiteX86" fmla="*/ 984484 w 1339053"/>
                <a:gd name="connsiteY86" fmla="*/ 1976384 h 6858000"/>
                <a:gd name="connsiteX87" fmla="*/ 1007189 w 1339053"/>
                <a:gd name="connsiteY87" fmla="*/ 2110650 h 6858000"/>
                <a:gd name="connsiteX88" fmla="*/ 1039893 w 1339053"/>
                <a:gd name="connsiteY88" fmla="*/ 2211041 h 6858000"/>
                <a:gd name="connsiteX89" fmla="*/ 1059162 w 1339053"/>
                <a:gd name="connsiteY89" fmla="*/ 2286682 h 6858000"/>
                <a:gd name="connsiteX90" fmla="*/ 1070522 w 1339053"/>
                <a:gd name="connsiteY90" fmla="*/ 2388667 h 6858000"/>
                <a:gd name="connsiteX91" fmla="*/ 1093939 w 1339053"/>
                <a:gd name="connsiteY91" fmla="*/ 2494653 h 6858000"/>
                <a:gd name="connsiteX92" fmla="*/ 1112007 w 1339053"/>
                <a:gd name="connsiteY92" fmla="*/ 2548197 h 6858000"/>
                <a:gd name="connsiteX93" fmla="*/ 1138346 w 1339053"/>
                <a:gd name="connsiteY93" fmla="*/ 2649163 h 6858000"/>
                <a:gd name="connsiteX94" fmla="*/ 1160337 w 1339053"/>
                <a:gd name="connsiteY94" fmla="*/ 2751608 h 6858000"/>
                <a:gd name="connsiteX95" fmla="*/ 1165737 w 1339053"/>
                <a:gd name="connsiteY95" fmla="*/ 2933012 h 6858000"/>
                <a:gd name="connsiteX96" fmla="*/ 1202029 w 1339053"/>
                <a:gd name="connsiteY96" fmla="*/ 3107873 h 6858000"/>
                <a:gd name="connsiteX97" fmla="*/ 1225692 w 1339053"/>
                <a:gd name="connsiteY97" fmla="*/ 3244974 h 6858000"/>
                <a:gd name="connsiteX98" fmla="*/ 1243916 w 1339053"/>
                <a:gd name="connsiteY98" fmla="*/ 3326221 h 6858000"/>
                <a:gd name="connsiteX99" fmla="*/ 1293067 w 1339053"/>
                <a:gd name="connsiteY99" fmla="*/ 3480219 h 6858000"/>
                <a:gd name="connsiteX100" fmla="*/ 1308071 w 1339053"/>
                <a:gd name="connsiteY100" fmla="*/ 3585182 h 6858000"/>
                <a:gd name="connsiteX101" fmla="*/ 1295962 w 1339053"/>
                <a:gd name="connsiteY101" fmla="*/ 3584708 h 6858000"/>
                <a:gd name="connsiteX102" fmla="*/ 1118893 w 1339053"/>
                <a:gd name="connsiteY102" fmla="*/ 3568330 h 6858000"/>
                <a:gd name="connsiteX103" fmla="*/ 1094179 w 1339053"/>
                <a:gd name="connsiteY103" fmla="*/ 3567566 h 6858000"/>
                <a:gd name="connsiteX104" fmla="*/ 922719 w 1339053"/>
                <a:gd name="connsiteY104" fmla="*/ 3516472 h 6858000"/>
                <a:gd name="connsiteX105" fmla="*/ 877028 w 1339053"/>
                <a:gd name="connsiteY105" fmla="*/ 3490955 h 6858000"/>
                <a:gd name="connsiteX106" fmla="*/ 850533 w 1339053"/>
                <a:gd name="connsiteY106" fmla="*/ 3481837 h 6858000"/>
                <a:gd name="connsiteX107" fmla="*/ 852113 w 1339053"/>
                <a:gd name="connsiteY107" fmla="*/ 3461170 h 6858000"/>
                <a:gd name="connsiteX108" fmla="*/ 831383 w 1339053"/>
                <a:gd name="connsiteY108" fmla="*/ 3399179 h 6858000"/>
                <a:gd name="connsiteX109" fmla="*/ 743141 w 1339053"/>
                <a:gd name="connsiteY109" fmla="*/ 3320580 h 6858000"/>
                <a:gd name="connsiteX110" fmla="*/ 713221 w 1339053"/>
                <a:gd name="connsiteY110" fmla="*/ 3251241 h 6858000"/>
                <a:gd name="connsiteX111" fmla="*/ 697098 w 1339053"/>
                <a:gd name="connsiteY111" fmla="*/ 3202528 h 6858000"/>
                <a:gd name="connsiteX112" fmla="*/ 664820 w 1339053"/>
                <a:gd name="connsiteY112" fmla="*/ 3154190 h 6858000"/>
                <a:gd name="connsiteX113" fmla="*/ 572501 w 1339053"/>
                <a:gd name="connsiteY113" fmla="*/ 3087312 h 6858000"/>
                <a:gd name="connsiteX114" fmla="*/ 497703 w 1339053"/>
                <a:gd name="connsiteY114" fmla="*/ 3005243 h 6858000"/>
                <a:gd name="connsiteX115" fmla="*/ 476984 w 1339053"/>
                <a:gd name="connsiteY115" fmla="*/ 2892751 h 6858000"/>
                <a:gd name="connsiteX116" fmla="*/ 468947 w 1339053"/>
                <a:gd name="connsiteY116" fmla="*/ 2824527 h 6858000"/>
                <a:gd name="connsiteX117" fmla="*/ 569138 w 1339053"/>
                <a:gd name="connsiteY117" fmla="*/ 2595026 h 6858000"/>
                <a:gd name="connsiteX118" fmla="*/ 645397 w 1339053"/>
                <a:gd name="connsiteY118" fmla="*/ 2440808 h 6858000"/>
                <a:gd name="connsiteX119" fmla="*/ 651820 w 1339053"/>
                <a:gd name="connsiteY119" fmla="*/ 2384384 h 6858000"/>
                <a:gd name="connsiteX120" fmla="*/ 612994 w 1339053"/>
                <a:gd name="connsiteY120" fmla="*/ 2207332 h 6858000"/>
                <a:gd name="connsiteX121" fmla="*/ 620894 w 1339053"/>
                <a:gd name="connsiteY121" fmla="*/ 2046679 h 6858000"/>
                <a:gd name="connsiteX122" fmla="*/ 644614 w 1339053"/>
                <a:gd name="connsiteY122" fmla="*/ 1931265 h 6858000"/>
                <a:gd name="connsiteX123" fmla="*/ 665994 w 1339053"/>
                <a:gd name="connsiteY123" fmla="*/ 1832337 h 6858000"/>
                <a:gd name="connsiteX124" fmla="*/ 678276 w 1339053"/>
                <a:gd name="connsiteY124" fmla="*/ 1709437 h 6858000"/>
                <a:gd name="connsiteX125" fmla="*/ 672955 w 1339053"/>
                <a:gd name="connsiteY125" fmla="*/ 1636123 h 6858000"/>
                <a:gd name="connsiteX126" fmla="*/ 668480 w 1339053"/>
                <a:gd name="connsiteY126" fmla="*/ 1520749 h 6858000"/>
                <a:gd name="connsiteX127" fmla="*/ 653920 w 1339053"/>
                <a:gd name="connsiteY127" fmla="*/ 1399437 h 6858000"/>
                <a:gd name="connsiteX128" fmla="*/ 612686 w 1339053"/>
                <a:gd name="connsiteY128" fmla="*/ 1296979 h 6858000"/>
                <a:gd name="connsiteX129" fmla="*/ 570220 w 1339053"/>
                <a:gd name="connsiteY129" fmla="*/ 1235618 h 6858000"/>
                <a:gd name="connsiteX130" fmla="*/ 529736 w 1339053"/>
                <a:gd name="connsiteY130" fmla="*/ 1081752 h 6858000"/>
                <a:gd name="connsiteX131" fmla="*/ 414305 w 1339053"/>
                <a:gd name="connsiteY131" fmla="*/ 918292 h 6858000"/>
                <a:gd name="connsiteX132" fmla="*/ 373924 w 1339053"/>
                <a:gd name="connsiteY132" fmla="*/ 825689 h 6858000"/>
                <a:gd name="connsiteX133" fmla="*/ 368949 w 1339053"/>
                <a:gd name="connsiteY133" fmla="*/ 778726 h 6858000"/>
                <a:gd name="connsiteX134" fmla="*/ 347020 w 1339053"/>
                <a:gd name="connsiteY134" fmla="*/ 694643 h 6858000"/>
                <a:gd name="connsiteX135" fmla="*/ 327478 w 1339053"/>
                <a:gd name="connsiteY135" fmla="*/ 642898 h 6858000"/>
                <a:gd name="connsiteX136" fmla="*/ 243468 w 1339053"/>
                <a:gd name="connsiteY136" fmla="*/ 491960 h 6858000"/>
                <a:gd name="connsiteX137" fmla="*/ 218930 w 1339053"/>
                <a:gd name="connsiteY137" fmla="*/ 446010 h 6858000"/>
                <a:gd name="connsiteX138" fmla="*/ 180614 w 1339053"/>
                <a:gd name="connsiteY138" fmla="*/ 354892 h 6858000"/>
                <a:gd name="connsiteX139" fmla="*/ 171988 w 1339053"/>
                <a:gd name="connsiteY139" fmla="*/ 317521 h 6858000"/>
                <a:gd name="connsiteX140" fmla="*/ 139875 w 1339053"/>
                <a:gd name="connsiteY140" fmla="*/ 246378 h 6858000"/>
                <a:gd name="connsiteX141" fmla="*/ 51499 w 1339053"/>
                <a:gd name="connsiteY141" fmla="*/ 73211 h 6858000"/>
                <a:gd name="connsiteX142" fmla="*/ 19690 w 1339053"/>
                <a:gd name="connsiteY142" fmla="*/ 3662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1339053" h="6858000">
                  <a:moveTo>
                    <a:pt x="850532" y="3481838"/>
                  </a:moveTo>
                  <a:lnTo>
                    <a:pt x="877027" y="3490955"/>
                  </a:lnTo>
                  <a:cubicBezTo>
                    <a:pt x="892941" y="3497986"/>
                    <a:pt x="908176" y="3506416"/>
                    <a:pt x="922718" y="3516472"/>
                  </a:cubicBezTo>
                  <a:cubicBezTo>
                    <a:pt x="967062" y="3547282"/>
                    <a:pt x="1027547" y="3564030"/>
                    <a:pt x="1094179" y="3567567"/>
                  </a:cubicBezTo>
                  <a:cubicBezTo>
                    <a:pt x="1102515" y="3567965"/>
                    <a:pt x="1113434" y="3565936"/>
                    <a:pt x="1118891" y="3568331"/>
                  </a:cubicBezTo>
                  <a:cubicBezTo>
                    <a:pt x="1180628" y="3594888"/>
                    <a:pt x="1237753" y="3586304"/>
                    <a:pt x="1295961" y="3584709"/>
                  </a:cubicBezTo>
                  <a:lnTo>
                    <a:pt x="1308070" y="3585183"/>
                  </a:lnTo>
                  <a:lnTo>
                    <a:pt x="1325263" y="3705453"/>
                  </a:lnTo>
                  <a:cubicBezTo>
                    <a:pt x="1328254" y="3727679"/>
                    <a:pt x="1331526" y="3749922"/>
                    <a:pt x="1334107" y="3772268"/>
                  </a:cubicBezTo>
                  <a:lnTo>
                    <a:pt x="1338203" y="3831076"/>
                  </a:lnTo>
                  <a:lnTo>
                    <a:pt x="1338805" y="3839709"/>
                  </a:lnTo>
                  <a:cubicBezTo>
                    <a:pt x="1339996" y="3932341"/>
                    <a:pt x="1336568" y="4025809"/>
                    <a:pt x="1335635" y="4118635"/>
                  </a:cubicBezTo>
                  <a:cubicBezTo>
                    <a:pt x="1335202" y="4148976"/>
                    <a:pt x="1338805" y="4178868"/>
                    <a:pt x="1337171" y="4209403"/>
                  </a:cubicBezTo>
                  <a:cubicBezTo>
                    <a:pt x="1335445" y="4242449"/>
                    <a:pt x="1327565" y="4276129"/>
                    <a:pt x="1325840" y="4309174"/>
                  </a:cubicBezTo>
                  <a:cubicBezTo>
                    <a:pt x="1322853" y="4364122"/>
                    <a:pt x="1323899" y="4418621"/>
                    <a:pt x="1321122" y="4473630"/>
                  </a:cubicBezTo>
                  <a:cubicBezTo>
                    <a:pt x="1315632" y="4579723"/>
                    <a:pt x="1309019" y="4685750"/>
                    <a:pt x="1302196" y="4791709"/>
                  </a:cubicBezTo>
                  <a:cubicBezTo>
                    <a:pt x="1300696" y="4814383"/>
                    <a:pt x="1294244" y="4837504"/>
                    <a:pt x="1293239" y="4860048"/>
                  </a:cubicBezTo>
                  <a:cubicBezTo>
                    <a:pt x="1290785" y="4919957"/>
                    <a:pt x="1289660" y="4979994"/>
                    <a:pt x="1288829" y="5039837"/>
                  </a:cubicBezTo>
                  <a:cubicBezTo>
                    <a:pt x="1288401" y="5076103"/>
                    <a:pt x="1290512" y="5112310"/>
                    <a:pt x="1289584" y="5148703"/>
                  </a:cubicBezTo>
                  <a:cubicBezTo>
                    <a:pt x="1288845" y="5177820"/>
                    <a:pt x="1286193" y="5207193"/>
                    <a:pt x="1282205" y="5236435"/>
                  </a:cubicBezTo>
                  <a:cubicBezTo>
                    <a:pt x="1278784" y="5261619"/>
                    <a:pt x="1270649" y="5286477"/>
                    <a:pt x="1268145" y="5311662"/>
                  </a:cubicBezTo>
                  <a:cubicBezTo>
                    <a:pt x="1261308" y="5379812"/>
                    <a:pt x="1256387" y="5447703"/>
                    <a:pt x="1250547" y="5515595"/>
                  </a:cubicBezTo>
                  <a:cubicBezTo>
                    <a:pt x="1248113" y="5542776"/>
                    <a:pt x="1244054" y="5570023"/>
                    <a:pt x="1243323" y="5596885"/>
                  </a:cubicBezTo>
                  <a:cubicBezTo>
                    <a:pt x="1241082" y="5668709"/>
                    <a:pt x="1241668" y="5740276"/>
                    <a:pt x="1238303" y="5812036"/>
                  </a:cubicBezTo>
                  <a:cubicBezTo>
                    <a:pt x="1235508" y="5871554"/>
                    <a:pt x="1228259" y="5931392"/>
                    <a:pt x="1223551" y="5991171"/>
                  </a:cubicBezTo>
                  <a:cubicBezTo>
                    <a:pt x="1221675" y="6016549"/>
                    <a:pt x="1222415" y="6041609"/>
                    <a:pt x="1219699" y="6066726"/>
                  </a:cubicBezTo>
                  <a:cubicBezTo>
                    <a:pt x="1213776" y="6123024"/>
                    <a:pt x="1205938" y="6179576"/>
                    <a:pt x="1199935" y="6236130"/>
                  </a:cubicBezTo>
                  <a:cubicBezTo>
                    <a:pt x="1196614" y="6268403"/>
                    <a:pt x="1198425" y="6301127"/>
                    <a:pt x="1192857" y="6333267"/>
                  </a:cubicBezTo>
                  <a:cubicBezTo>
                    <a:pt x="1179603" y="6409590"/>
                    <a:pt x="1163470" y="6485591"/>
                    <a:pt x="1148174" y="6561849"/>
                  </a:cubicBezTo>
                  <a:cubicBezTo>
                    <a:pt x="1132370" y="6640486"/>
                    <a:pt x="1117066" y="6719000"/>
                    <a:pt x="1100424" y="6797385"/>
                  </a:cubicBezTo>
                  <a:lnTo>
                    <a:pt x="1085621" y="6858000"/>
                  </a:lnTo>
                  <a:lnTo>
                    <a:pt x="932341" y="6858000"/>
                  </a:lnTo>
                  <a:lnTo>
                    <a:pt x="944496" y="6829656"/>
                  </a:lnTo>
                  <a:cubicBezTo>
                    <a:pt x="964836" y="6776399"/>
                    <a:pt x="953622" y="6744439"/>
                    <a:pt x="913239" y="6720119"/>
                  </a:cubicBezTo>
                  <a:cubicBezTo>
                    <a:pt x="890880" y="6706443"/>
                    <a:pt x="866986" y="6690318"/>
                    <a:pt x="870682" y="6655346"/>
                  </a:cubicBezTo>
                  <a:cubicBezTo>
                    <a:pt x="876846" y="6598274"/>
                    <a:pt x="889503" y="6540954"/>
                    <a:pt x="846442" y="6498594"/>
                  </a:cubicBezTo>
                  <a:cubicBezTo>
                    <a:pt x="862273" y="6487399"/>
                    <a:pt x="871751" y="6480449"/>
                    <a:pt x="881150" y="6473756"/>
                  </a:cubicBezTo>
                  <a:cubicBezTo>
                    <a:pt x="907245" y="6455292"/>
                    <a:pt x="930705" y="6407516"/>
                    <a:pt x="922470" y="6377035"/>
                  </a:cubicBezTo>
                  <a:cubicBezTo>
                    <a:pt x="910652" y="6332192"/>
                    <a:pt x="925705" y="6299028"/>
                    <a:pt x="955039" y="6268585"/>
                  </a:cubicBezTo>
                  <a:cubicBezTo>
                    <a:pt x="1003777" y="6217606"/>
                    <a:pt x="1017630" y="6148240"/>
                    <a:pt x="1024350" y="6083443"/>
                  </a:cubicBezTo>
                  <a:cubicBezTo>
                    <a:pt x="1029590" y="6034553"/>
                    <a:pt x="1028255" y="5980246"/>
                    <a:pt x="999696" y="5938416"/>
                  </a:cubicBezTo>
                  <a:cubicBezTo>
                    <a:pt x="990505" y="5925141"/>
                    <a:pt x="991039" y="5901884"/>
                    <a:pt x="988342" y="5882426"/>
                  </a:cubicBezTo>
                  <a:cubicBezTo>
                    <a:pt x="986229" y="5866254"/>
                    <a:pt x="984774" y="5849442"/>
                    <a:pt x="985444" y="5832438"/>
                  </a:cubicBezTo>
                  <a:cubicBezTo>
                    <a:pt x="986010" y="5814273"/>
                    <a:pt x="985042" y="5793656"/>
                    <a:pt x="992016" y="5777751"/>
                  </a:cubicBezTo>
                  <a:cubicBezTo>
                    <a:pt x="1012886" y="5729456"/>
                    <a:pt x="1014467" y="5686488"/>
                    <a:pt x="995028" y="5641832"/>
                  </a:cubicBezTo>
                  <a:cubicBezTo>
                    <a:pt x="984984" y="5618696"/>
                    <a:pt x="974301" y="5585771"/>
                    <a:pt x="981247" y="5562522"/>
                  </a:cubicBezTo>
                  <a:cubicBezTo>
                    <a:pt x="998041" y="5505913"/>
                    <a:pt x="997454" y="5454379"/>
                    <a:pt x="995131" y="5398075"/>
                  </a:cubicBezTo>
                  <a:cubicBezTo>
                    <a:pt x="993724" y="5361807"/>
                    <a:pt x="997229" y="5322258"/>
                    <a:pt x="997379" y="5283928"/>
                  </a:cubicBezTo>
                  <a:cubicBezTo>
                    <a:pt x="997473" y="5239095"/>
                    <a:pt x="1006631" y="5193105"/>
                    <a:pt x="979617" y="5157396"/>
                  </a:cubicBezTo>
                  <a:cubicBezTo>
                    <a:pt x="976728" y="5153402"/>
                    <a:pt x="978724" y="5144705"/>
                    <a:pt x="976441" y="5139485"/>
                  </a:cubicBezTo>
                  <a:cubicBezTo>
                    <a:pt x="969619" y="5122991"/>
                    <a:pt x="964828" y="5102888"/>
                    <a:pt x="953793" y="5091862"/>
                  </a:cubicBezTo>
                  <a:cubicBezTo>
                    <a:pt x="921506" y="5059884"/>
                    <a:pt x="886609" y="5031900"/>
                    <a:pt x="853056" y="5001787"/>
                  </a:cubicBezTo>
                  <a:cubicBezTo>
                    <a:pt x="845882" y="4995337"/>
                    <a:pt x="836325" y="4988437"/>
                    <a:pt x="833979" y="4978966"/>
                  </a:cubicBezTo>
                  <a:cubicBezTo>
                    <a:pt x="820602" y="4924328"/>
                    <a:pt x="808509" y="4869239"/>
                    <a:pt x="796995" y="4813768"/>
                  </a:cubicBezTo>
                  <a:cubicBezTo>
                    <a:pt x="792418" y="4791474"/>
                    <a:pt x="803209" y="4777314"/>
                    <a:pt x="820590" y="4764057"/>
                  </a:cubicBezTo>
                  <a:cubicBezTo>
                    <a:pt x="837188" y="4751123"/>
                    <a:pt x="855398" y="4734452"/>
                    <a:pt x="864688" y="4714752"/>
                  </a:cubicBezTo>
                  <a:cubicBezTo>
                    <a:pt x="883062" y="4675275"/>
                    <a:pt x="897521" y="4632902"/>
                    <a:pt x="910485" y="4590911"/>
                  </a:cubicBezTo>
                  <a:cubicBezTo>
                    <a:pt x="915338" y="4575199"/>
                    <a:pt x="912978" y="4556131"/>
                    <a:pt x="911445" y="4539571"/>
                  </a:cubicBezTo>
                  <a:cubicBezTo>
                    <a:pt x="908527" y="4508200"/>
                    <a:pt x="900999" y="4477659"/>
                    <a:pt x="900285" y="4445837"/>
                  </a:cubicBezTo>
                  <a:cubicBezTo>
                    <a:pt x="899539" y="4408923"/>
                    <a:pt x="887958" y="4383340"/>
                    <a:pt x="863237" y="4364703"/>
                  </a:cubicBezTo>
                  <a:cubicBezTo>
                    <a:pt x="826431" y="4336971"/>
                    <a:pt x="808536" y="4292507"/>
                    <a:pt x="798070" y="4243284"/>
                  </a:cubicBezTo>
                  <a:cubicBezTo>
                    <a:pt x="784617" y="4180721"/>
                    <a:pt x="805728" y="4117545"/>
                    <a:pt x="817097" y="4054750"/>
                  </a:cubicBezTo>
                  <a:cubicBezTo>
                    <a:pt x="821537" y="4030724"/>
                    <a:pt x="826632" y="4006057"/>
                    <a:pt x="826251" y="3982801"/>
                  </a:cubicBezTo>
                  <a:cubicBezTo>
                    <a:pt x="825347" y="3916709"/>
                    <a:pt x="825150" y="3850833"/>
                    <a:pt x="836848" y="3784939"/>
                  </a:cubicBezTo>
                  <a:lnTo>
                    <a:pt x="841285" y="3766755"/>
                  </a:lnTo>
                  <a:lnTo>
                    <a:pt x="841284" y="3766755"/>
                  </a:lnTo>
                  <a:lnTo>
                    <a:pt x="852925" y="3719034"/>
                  </a:lnTo>
                  <a:cubicBezTo>
                    <a:pt x="855152" y="3711822"/>
                    <a:pt x="856753" y="3704413"/>
                    <a:pt x="857932" y="3696880"/>
                  </a:cubicBezTo>
                  <a:cubicBezTo>
                    <a:pt x="868683" y="3631632"/>
                    <a:pt x="885300" y="3565939"/>
                    <a:pt x="853534" y="3507036"/>
                  </a:cubicBezTo>
                  <a:cubicBezTo>
                    <a:pt x="850623" y="3501622"/>
                    <a:pt x="849992" y="3494020"/>
                    <a:pt x="850226" y="3485839"/>
                  </a:cubicBezTo>
                  <a:close/>
                  <a:moveTo>
                    <a:pt x="0" y="0"/>
                  </a:moveTo>
                  <a:lnTo>
                    <a:pt x="455609" y="0"/>
                  </a:lnTo>
                  <a:lnTo>
                    <a:pt x="459171" y="72395"/>
                  </a:lnTo>
                  <a:cubicBezTo>
                    <a:pt x="459671" y="92301"/>
                    <a:pt x="456894" y="113171"/>
                    <a:pt x="460041" y="131917"/>
                  </a:cubicBezTo>
                  <a:cubicBezTo>
                    <a:pt x="474213" y="218122"/>
                    <a:pt x="492031" y="302910"/>
                    <a:pt x="504421" y="389691"/>
                  </a:cubicBezTo>
                  <a:cubicBezTo>
                    <a:pt x="517349" y="479177"/>
                    <a:pt x="539516" y="562489"/>
                    <a:pt x="582097" y="634609"/>
                  </a:cubicBezTo>
                  <a:cubicBezTo>
                    <a:pt x="621686" y="701573"/>
                    <a:pt x="662589" y="767248"/>
                    <a:pt x="702468" y="834019"/>
                  </a:cubicBezTo>
                  <a:cubicBezTo>
                    <a:pt x="712587" y="850968"/>
                    <a:pt x="725536" y="867665"/>
                    <a:pt x="729203" y="887701"/>
                  </a:cubicBezTo>
                  <a:cubicBezTo>
                    <a:pt x="736973" y="929321"/>
                    <a:pt x="740155" y="973193"/>
                    <a:pt x="743787" y="1016355"/>
                  </a:cubicBezTo>
                  <a:cubicBezTo>
                    <a:pt x="746786" y="1053398"/>
                    <a:pt x="745800" y="1091467"/>
                    <a:pt x="750083" y="1128060"/>
                  </a:cubicBezTo>
                  <a:cubicBezTo>
                    <a:pt x="753428" y="1157309"/>
                    <a:pt x="762038" y="1185083"/>
                    <a:pt x="768866" y="1213431"/>
                  </a:cubicBezTo>
                  <a:cubicBezTo>
                    <a:pt x="774767" y="1238107"/>
                    <a:pt x="778357" y="1264327"/>
                    <a:pt x="787802" y="1286432"/>
                  </a:cubicBezTo>
                  <a:cubicBezTo>
                    <a:pt x="810582" y="1340304"/>
                    <a:pt x="832653" y="1394242"/>
                    <a:pt x="842837" y="1455511"/>
                  </a:cubicBezTo>
                  <a:cubicBezTo>
                    <a:pt x="853049" y="1515944"/>
                    <a:pt x="867276" y="1574511"/>
                    <a:pt x="877988" y="1634814"/>
                  </a:cubicBezTo>
                  <a:cubicBezTo>
                    <a:pt x="888390" y="1693895"/>
                    <a:pt x="902813" y="1748857"/>
                    <a:pt x="941063" y="1789731"/>
                  </a:cubicBezTo>
                  <a:cubicBezTo>
                    <a:pt x="957906" y="1807908"/>
                    <a:pt x="975122" y="1831564"/>
                    <a:pt x="980124" y="1857657"/>
                  </a:cubicBezTo>
                  <a:cubicBezTo>
                    <a:pt x="987207" y="1894833"/>
                    <a:pt x="980788" y="1937150"/>
                    <a:pt x="984484" y="1976384"/>
                  </a:cubicBezTo>
                  <a:cubicBezTo>
                    <a:pt x="988781" y="2022576"/>
                    <a:pt x="988793" y="2074493"/>
                    <a:pt x="1007189" y="2110650"/>
                  </a:cubicBezTo>
                  <a:cubicBezTo>
                    <a:pt x="1023612" y="2142809"/>
                    <a:pt x="1034723" y="2173610"/>
                    <a:pt x="1039893" y="2211041"/>
                  </a:cubicBezTo>
                  <a:cubicBezTo>
                    <a:pt x="1043484" y="2237261"/>
                    <a:pt x="1057690" y="2260269"/>
                    <a:pt x="1059162" y="2286682"/>
                  </a:cubicBezTo>
                  <a:cubicBezTo>
                    <a:pt x="1061252" y="2321469"/>
                    <a:pt x="1060754" y="2355740"/>
                    <a:pt x="1070522" y="2388667"/>
                  </a:cubicBezTo>
                  <a:cubicBezTo>
                    <a:pt x="1080600" y="2422815"/>
                    <a:pt x="1085513" y="2459602"/>
                    <a:pt x="1093939" y="2494653"/>
                  </a:cubicBezTo>
                  <a:cubicBezTo>
                    <a:pt x="1098500" y="2513273"/>
                    <a:pt x="1106866" y="2529964"/>
                    <a:pt x="1112007" y="2548197"/>
                  </a:cubicBezTo>
                  <a:cubicBezTo>
                    <a:pt x="1121409" y="2581573"/>
                    <a:pt x="1130232" y="2615336"/>
                    <a:pt x="1138346" y="2649163"/>
                  </a:cubicBezTo>
                  <a:cubicBezTo>
                    <a:pt x="1146465" y="2682988"/>
                    <a:pt x="1157699" y="2716368"/>
                    <a:pt x="1160337" y="2751608"/>
                  </a:cubicBezTo>
                  <a:cubicBezTo>
                    <a:pt x="1164714" y="2811646"/>
                    <a:pt x="1159211" y="2873999"/>
                    <a:pt x="1165737" y="2933012"/>
                  </a:cubicBezTo>
                  <a:cubicBezTo>
                    <a:pt x="1172445" y="2992925"/>
                    <a:pt x="1185964" y="3051556"/>
                    <a:pt x="1202029" y="3107873"/>
                  </a:cubicBezTo>
                  <a:cubicBezTo>
                    <a:pt x="1214635" y="3152396"/>
                    <a:pt x="1227749" y="3194534"/>
                    <a:pt x="1225692" y="3244974"/>
                  </a:cubicBezTo>
                  <a:cubicBezTo>
                    <a:pt x="1224565" y="3273123"/>
                    <a:pt x="1231196" y="3305079"/>
                    <a:pt x="1243916" y="3326221"/>
                  </a:cubicBezTo>
                  <a:cubicBezTo>
                    <a:pt x="1271701" y="3372044"/>
                    <a:pt x="1285247" y="3423911"/>
                    <a:pt x="1293067" y="3480219"/>
                  </a:cubicBezTo>
                  <a:lnTo>
                    <a:pt x="1308071" y="3585182"/>
                  </a:lnTo>
                  <a:lnTo>
                    <a:pt x="1295962" y="3584708"/>
                  </a:lnTo>
                  <a:cubicBezTo>
                    <a:pt x="1237754" y="3586303"/>
                    <a:pt x="1180629" y="3594888"/>
                    <a:pt x="1118893" y="3568330"/>
                  </a:cubicBezTo>
                  <a:cubicBezTo>
                    <a:pt x="1113435" y="3565936"/>
                    <a:pt x="1102517" y="3567964"/>
                    <a:pt x="1094179" y="3567566"/>
                  </a:cubicBezTo>
                  <a:cubicBezTo>
                    <a:pt x="1027548" y="3564029"/>
                    <a:pt x="967064" y="3547281"/>
                    <a:pt x="922719" y="3516472"/>
                  </a:cubicBezTo>
                  <a:cubicBezTo>
                    <a:pt x="908178" y="3506414"/>
                    <a:pt x="892942" y="3497984"/>
                    <a:pt x="877028" y="3490955"/>
                  </a:cubicBezTo>
                  <a:lnTo>
                    <a:pt x="850533" y="3481837"/>
                  </a:lnTo>
                  <a:lnTo>
                    <a:pt x="852113" y="3461170"/>
                  </a:lnTo>
                  <a:cubicBezTo>
                    <a:pt x="854391" y="3434500"/>
                    <a:pt x="848474" y="3414331"/>
                    <a:pt x="831383" y="3399179"/>
                  </a:cubicBezTo>
                  <a:cubicBezTo>
                    <a:pt x="801767" y="3373388"/>
                    <a:pt x="773654" y="3344957"/>
                    <a:pt x="743141" y="3320580"/>
                  </a:cubicBezTo>
                  <a:cubicBezTo>
                    <a:pt x="722236" y="3303685"/>
                    <a:pt x="714543" y="3281842"/>
                    <a:pt x="713221" y="3251241"/>
                  </a:cubicBezTo>
                  <a:cubicBezTo>
                    <a:pt x="712555" y="3234106"/>
                    <a:pt x="704768" y="3217029"/>
                    <a:pt x="697098" y="3202528"/>
                  </a:cubicBezTo>
                  <a:cubicBezTo>
                    <a:pt x="687845" y="3184997"/>
                    <a:pt x="672212" y="3172554"/>
                    <a:pt x="664820" y="3154190"/>
                  </a:cubicBezTo>
                  <a:cubicBezTo>
                    <a:pt x="646169" y="3109209"/>
                    <a:pt x="616744" y="3087991"/>
                    <a:pt x="572501" y="3087312"/>
                  </a:cubicBezTo>
                  <a:cubicBezTo>
                    <a:pt x="533259" y="3086763"/>
                    <a:pt x="493731" y="3044085"/>
                    <a:pt x="497703" y="3005243"/>
                  </a:cubicBezTo>
                  <a:cubicBezTo>
                    <a:pt x="502030" y="2962279"/>
                    <a:pt x="490540" y="2928257"/>
                    <a:pt x="476984" y="2892751"/>
                  </a:cubicBezTo>
                  <a:cubicBezTo>
                    <a:pt x="469363" y="2872905"/>
                    <a:pt x="465404" y="2847135"/>
                    <a:pt x="468947" y="2824527"/>
                  </a:cubicBezTo>
                  <a:cubicBezTo>
                    <a:pt x="482188" y="2738605"/>
                    <a:pt x="520979" y="2665650"/>
                    <a:pt x="569138" y="2595026"/>
                  </a:cubicBezTo>
                  <a:cubicBezTo>
                    <a:pt x="600577" y="2548865"/>
                    <a:pt x="622260" y="2493483"/>
                    <a:pt x="645397" y="2440808"/>
                  </a:cubicBezTo>
                  <a:cubicBezTo>
                    <a:pt x="652529" y="2424387"/>
                    <a:pt x="655029" y="2401457"/>
                    <a:pt x="651820" y="2384384"/>
                  </a:cubicBezTo>
                  <a:cubicBezTo>
                    <a:pt x="640949" y="2324596"/>
                    <a:pt x="629163" y="2264805"/>
                    <a:pt x="612994" y="2207332"/>
                  </a:cubicBezTo>
                  <a:cubicBezTo>
                    <a:pt x="597678" y="2153787"/>
                    <a:pt x="601053" y="2099808"/>
                    <a:pt x="620894" y="2046679"/>
                  </a:cubicBezTo>
                  <a:cubicBezTo>
                    <a:pt x="635367" y="2007977"/>
                    <a:pt x="641110" y="1970814"/>
                    <a:pt x="644614" y="1931265"/>
                  </a:cubicBezTo>
                  <a:cubicBezTo>
                    <a:pt x="647465" y="1898285"/>
                    <a:pt x="653360" y="1862859"/>
                    <a:pt x="665994" y="1832337"/>
                  </a:cubicBezTo>
                  <a:cubicBezTo>
                    <a:pt x="683779" y="1789578"/>
                    <a:pt x="688928" y="1751381"/>
                    <a:pt x="678276" y="1709437"/>
                  </a:cubicBezTo>
                  <a:cubicBezTo>
                    <a:pt x="672576" y="1687079"/>
                    <a:pt x="673987" y="1660990"/>
                    <a:pt x="672955" y="1636123"/>
                  </a:cubicBezTo>
                  <a:cubicBezTo>
                    <a:pt x="671272" y="1597795"/>
                    <a:pt x="671867" y="1558758"/>
                    <a:pt x="668480" y="1520749"/>
                  </a:cubicBezTo>
                  <a:cubicBezTo>
                    <a:pt x="665050" y="1479903"/>
                    <a:pt x="655019" y="1440408"/>
                    <a:pt x="653920" y="1399437"/>
                  </a:cubicBezTo>
                  <a:cubicBezTo>
                    <a:pt x="652652" y="1355309"/>
                    <a:pt x="639893" y="1323154"/>
                    <a:pt x="612686" y="1296979"/>
                  </a:cubicBezTo>
                  <a:cubicBezTo>
                    <a:pt x="595576" y="1280408"/>
                    <a:pt x="578401" y="1259588"/>
                    <a:pt x="570220" y="1235618"/>
                  </a:cubicBezTo>
                  <a:cubicBezTo>
                    <a:pt x="553631" y="1186194"/>
                    <a:pt x="545669" y="1131821"/>
                    <a:pt x="529736" y="1081752"/>
                  </a:cubicBezTo>
                  <a:cubicBezTo>
                    <a:pt x="507466" y="1011390"/>
                    <a:pt x="481332" y="944631"/>
                    <a:pt x="414305" y="918292"/>
                  </a:cubicBezTo>
                  <a:cubicBezTo>
                    <a:pt x="377314" y="903769"/>
                    <a:pt x="368843" y="874065"/>
                    <a:pt x="373924" y="825689"/>
                  </a:cubicBezTo>
                  <a:cubicBezTo>
                    <a:pt x="375689" y="809590"/>
                    <a:pt x="376722" y="786203"/>
                    <a:pt x="368949" y="778726"/>
                  </a:cubicBezTo>
                  <a:cubicBezTo>
                    <a:pt x="345838" y="756354"/>
                    <a:pt x="349308" y="725824"/>
                    <a:pt x="347020" y="694643"/>
                  </a:cubicBezTo>
                  <a:cubicBezTo>
                    <a:pt x="345704" y="675894"/>
                    <a:pt x="339306" y="651346"/>
                    <a:pt x="327478" y="642898"/>
                  </a:cubicBezTo>
                  <a:cubicBezTo>
                    <a:pt x="279698" y="608395"/>
                    <a:pt x="263590" y="549247"/>
                    <a:pt x="243468" y="491960"/>
                  </a:cubicBezTo>
                  <a:cubicBezTo>
                    <a:pt x="237433" y="475142"/>
                    <a:pt x="230250" y="456843"/>
                    <a:pt x="218930" y="446010"/>
                  </a:cubicBezTo>
                  <a:cubicBezTo>
                    <a:pt x="194433" y="422927"/>
                    <a:pt x="180036" y="395344"/>
                    <a:pt x="180614" y="354892"/>
                  </a:cubicBezTo>
                  <a:cubicBezTo>
                    <a:pt x="180923" y="342010"/>
                    <a:pt x="176523" y="328798"/>
                    <a:pt x="171988" y="317521"/>
                  </a:cubicBezTo>
                  <a:cubicBezTo>
                    <a:pt x="162052" y="293291"/>
                    <a:pt x="148442" y="271315"/>
                    <a:pt x="139875" y="246378"/>
                  </a:cubicBezTo>
                  <a:cubicBezTo>
                    <a:pt x="117577" y="182780"/>
                    <a:pt x="95749" y="119890"/>
                    <a:pt x="51499" y="73211"/>
                  </a:cubicBezTo>
                  <a:cubicBezTo>
                    <a:pt x="40691" y="61834"/>
                    <a:pt x="29467" y="49763"/>
                    <a:pt x="19690" y="366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69" name="Freeform: Shape 2068">
              <a:extLst>
                <a:ext uri="{FF2B5EF4-FFF2-40B4-BE49-F238E27FC236}">
                  <a16:creationId xmlns:a16="http://schemas.microsoft.com/office/drawing/2014/main" id="{7D72FE4A-0FC7-4162-85F2-63D0FE67D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61507" y="0"/>
              <a:ext cx="1339053" cy="6858000"/>
            </a:xfrm>
            <a:custGeom>
              <a:avLst/>
              <a:gdLst>
                <a:gd name="connsiteX0" fmla="*/ 850532 w 1339053"/>
                <a:gd name="connsiteY0" fmla="*/ 3481838 h 6858000"/>
                <a:gd name="connsiteX1" fmla="*/ 877027 w 1339053"/>
                <a:gd name="connsiteY1" fmla="*/ 3490955 h 6858000"/>
                <a:gd name="connsiteX2" fmla="*/ 922718 w 1339053"/>
                <a:gd name="connsiteY2" fmla="*/ 3516472 h 6858000"/>
                <a:gd name="connsiteX3" fmla="*/ 1094179 w 1339053"/>
                <a:gd name="connsiteY3" fmla="*/ 3567567 h 6858000"/>
                <a:gd name="connsiteX4" fmla="*/ 1118891 w 1339053"/>
                <a:gd name="connsiteY4" fmla="*/ 3568331 h 6858000"/>
                <a:gd name="connsiteX5" fmla="*/ 1295961 w 1339053"/>
                <a:gd name="connsiteY5" fmla="*/ 3584709 h 6858000"/>
                <a:gd name="connsiteX6" fmla="*/ 1308070 w 1339053"/>
                <a:gd name="connsiteY6" fmla="*/ 3585183 h 6858000"/>
                <a:gd name="connsiteX7" fmla="*/ 1325263 w 1339053"/>
                <a:gd name="connsiteY7" fmla="*/ 3705453 h 6858000"/>
                <a:gd name="connsiteX8" fmla="*/ 1334107 w 1339053"/>
                <a:gd name="connsiteY8" fmla="*/ 3772268 h 6858000"/>
                <a:gd name="connsiteX9" fmla="*/ 1338203 w 1339053"/>
                <a:gd name="connsiteY9" fmla="*/ 3831076 h 6858000"/>
                <a:gd name="connsiteX10" fmla="*/ 1338805 w 1339053"/>
                <a:gd name="connsiteY10" fmla="*/ 3839709 h 6858000"/>
                <a:gd name="connsiteX11" fmla="*/ 1335635 w 1339053"/>
                <a:gd name="connsiteY11" fmla="*/ 4118635 h 6858000"/>
                <a:gd name="connsiteX12" fmla="*/ 1337171 w 1339053"/>
                <a:gd name="connsiteY12" fmla="*/ 4209403 h 6858000"/>
                <a:gd name="connsiteX13" fmla="*/ 1325840 w 1339053"/>
                <a:gd name="connsiteY13" fmla="*/ 4309174 h 6858000"/>
                <a:gd name="connsiteX14" fmla="*/ 1321122 w 1339053"/>
                <a:gd name="connsiteY14" fmla="*/ 4473630 h 6858000"/>
                <a:gd name="connsiteX15" fmla="*/ 1302196 w 1339053"/>
                <a:gd name="connsiteY15" fmla="*/ 4791709 h 6858000"/>
                <a:gd name="connsiteX16" fmla="*/ 1293239 w 1339053"/>
                <a:gd name="connsiteY16" fmla="*/ 4860048 h 6858000"/>
                <a:gd name="connsiteX17" fmla="*/ 1288829 w 1339053"/>
                <a:gd name="connsiteY17" fmla="*/ 5039837 h 6858000"/>
                <a:gd name="connsiteX18" fmla="*/ 1289584 w 1339053"/>
                <a:gd name="connsiteY18" fmla="*/ 5148703 h 6858000"/>
                <a:gd name="connsiteX19" fmla="*/ 1282205 w 1339053"/>
                <a:gd name="connsiteY19" fmla="*/ 5236435 h 6858000"/>
                <a:gd name="connsiteX20" fmla="*/ 1268145 w 1339053"/>
                <a:gd name="connsiteY20" fmla="*/ 5311662 h 6858000"/>
                <a:gd name="connsiteX21" fmla="*/ 1250547 w 1339053"/>
                <a:gd name="connsiteY21" fmla="*/ 5515595 h 6858000"/>
                <a:gd name="connsiteX22" fmla="*/ 1243323 w 1339053"/>
                <a:gd name="connsiteY22" fmla="*/ 5596885 h 6858000"/>
                <a:gd name="connsiteX23" fmla="*/ 1238303 w 1339053"/>
                <a:gd name="connsiteY23" fmla="*/ 5812036 h 6858000"/>
                <a:gd name="connsiteX24" fmla="*/ 1223551 w 1339053"/>
                <a:gd name="connsiteY24" fmla="*/ 5991171 h 6858000"/>
                <a:gd name="connsiteX25" fmla="*/ 1219699 w 1339053"/>
                <a:gd name="connsiteY25" fmla="*/ 6066726 h 6858000"/>
                <a:gd name="connsiteX26" fmla="*/ 1199935 w 1339053"/>
                <a:gd name="connsiteY26" fmla="*/ 6236130 h 6858000"/>
                <a:gd name="connsiteX27" fmla="*/ 1192857 w 1339053"/>
                <a:gd name="connsiteY27" fmla="*/ 6333267 h 6858000"/>
                <a:gd name="connsiteX28" fmla="*/ 1148174 w 1339053"/>
                <a:gd name="connsiteY28" fmla="*/ 6561849 h 6858000"/>
                <a:gd name="connsiteX29" fmla="*/ 1100424 w 1339053"/>
                <a:gd name="connsiteY29" fmla="*/ 6797385 h 6858000"/>
                <a:gd name="connsiteX30" fmla="*/ 1085621 w 1339053"/>
                <a:gd name="connsiteY30" fmla="*/ 6858000 h 6858000"/>
                <a:gd name="connsiteX31" fmla="*/ 932341 w 1339053"/>
                <a:gd name="connsiteY31" fmla="*/ 6858000 h 6858000"/>
                <a:gd name="connsiteX32" fmla="*/ 944496 w 1339053"/>
                <a:gd name="connsiteY32" fmla="*/ 6829656 h 6858000"/>
                <a:gd name="connsiteX33" fmla="*/ 913239 w 1339053"/>
                <a:gd name="connsiteY33" fmla="*/ 6720119 h 6858000"/>
                <a:gd name="connsiteX34" fmla="*/ 870682 w 1339053"/>
                <a:gd name="connsiteY34" fmla="*/ 6655346 h 6858000"/>
                <a:gd name="connsiteX35" fmla="*/ 846442 w 1339053"/>
                <a:gd name="connsiteY35" fmla="*/ 6498594 h 6858000"/>
                <a:gd name="connsiteX36" fmla="*/ 881150 w 1339053"/>
                <a:gd name="connsiteY36" fmla="*/ 6473756 h 6858000"/>
                <a:gd name="connsiteX37" fmla="*/ 922470 w 1339053"/>
                <a:gd name="connsiteY37" fmla="*/ 6377035 h 6858000"/>
                <a:gd name="connsiteX38" fmla="*/ 955039 w 1339053"/>
                <a:gd name="connsiteY38" fmla="*/ 6268585 h 6858000"/>
                <a:gd name="connsiteX39" fmla="*/ 1024350 w 1339053"/>
                <a:gd name="connsiteY39" fmla="*/ 6083443 h 6858000"/>
                <a:gd name="connsiteX40" fmla="*/ 999696 w 1339053"/>
                <a:gd name="connsiteY40" fmla="*/ 5938416 h 6858000"/>
                <a:gd name="connsiteX41" fmla="*/ 988342 w 1339053"/>
                <a:gd name="connsiteY41" fmla="*/ 5882426 h 6858000"/>
                <a:gd name="connsiteX42" fmla="*/ 985444 w 1339053"/>
                <a:gd name="connsiteY42" fmla="*/ 5832438 h 6858000"/>
                <a:gd name="connsiteX43" fmla="*/ 992016 w 1339053"/>
                <a:gd name="connsiteY43" fmla="*/ 5777751 h 6858000"/>
                <a:gd name="connsiteX44" fmla="*/ 995028 w 1339053"/>
                <a:gd name="connsiteY44" fmla="*/ 5641832 h 6858000"/>
                <a:gd name="connsiteX45" fmla="*/ 981247 w 1339053"/>
                <a:gd name="connsiteY45" fmla="*/ 5562522 h 6858000"/>
                <a:gd name="connsiteX46" fmla="*/ 995131 w 1339053"/>
                <a:gd name="connsiteY46" fmla="*/ 5398075 h 6858000"/>
                <a:gd name="connsiteX47" fmla="*/ 997379 w 1339053"/>
                <a:gd name="connsiteY47" fmla="*/ 5283928 h 6858000"/>
                <a:gd name="connsiteX48" fmla="*/ 979617 w 1339053"/>
                <a:gd name="connsiteY48" fmla="*/ 5157396 h 6858000"/>
                <a:gd name="connsiteX49" fmla="*/ 976441 w 1339053"/>
                <a:gd name="connsiteY49" fmla="*/ 5139485 h 6858000"/>
                <a:gd name="connsiteX50" fmla="*/ 953793 w 1339053"/>
                <a:gd name="connsiteY50" fmla="*/ 5091862 h 6858000"/>
                <a:gd name="connsiteX51" fmla="*/ 853056 w 1339053"/>
                <a:gd name="connsiteY51" fmla="*/ 5001787 h 6858000"/>
                <a:gd name="connsiteX52" fmla="*/ 833979 w 1339053"/>
                <a:gd name="connsiteY52" fmla="*/ 4978966 h 6858000"/>
                <a:gd name="connsiteX53" fmla="*/ 796995 w 1339053"/>
                <a:gd name="connsiteY53" fmla="*/ 4813768 h 6858000"/>
                <a:gd name="connsiteX54" fmla="*/ 820590 w 1339053"/>
                <a:gd name="connsiteY54" fmla="*/ 4764057 h 6858000"/>
                <a:gd name="connsiteX55" fmla="*/ 864688 w 1339053"/>
                <a:gd name="connsiteY55" fmla="*/ 4714752 h 6858000"/>
                <a:gd name="connsiteX56" fmla="*/ 910485 w 1339053"/>
                <a:gd name="connsiteY56" fmla="*/ 4590911 h 6858000"/>
                <a:gd name="connsiteX57" fmla="*/ 911445 w 1339053"/>
                <a:gd name="connsiteY57" fmla="*/ 4539571 h 6858000"/>
                <a:gd name="connsiteX58" fmla="*/ 900285 w 1339053"/>
                <a:gd name="connsiteY58" fmla="*/ 4445837 h 6858000"/>
                <a:gd name="connsiteX59" fmla="*/ 863237 w 1339053"/>
                <a:gd name="connsiteY59" fmla="*/ 4364703 h 6858000"/>
                <a:gd name="connsiteX60" fmla="*/ 798070 w 1339053"/>
                <a:gd name="connsiteY60" fmla="*/ 4243284 h 6858000"/>
                <a:gd name="connsiteX61" fmla="*/ 817097 w 1339053"/>
                <a:gd name="connsiteY61" fmla="*/ 4054750 h 6858000"/>
                <a:gd name="connsiteX62" fmla="*/ 826251 w 1339053"/>
                <a:gd name="connsiteY62" fmla="*/ 3982801 h 6858000"/>
                <a:gd name="connsiteX63" fmla="*/ 836848 w 1339053"/>
                <a:gd name="connsiteY63" fmla="*/ 3784939 h 6858000"/>
                <a:gd name="connsiteX64" fmla="*/ 841285 w 1339053"/>
                <a:gd name="connsiteY64" fmla="*/ 3766755 h 6858000"/>
                <a:gd name="connsiteX65" fmla="*/ 841284 w 1339053"/>
                <a:gd name="connsiteY65" fmla="*/ 3766755 h 6858000"/>
                <a:gd name="connsiteX66" fmla="*/ 852925 w 1339053"/>
                <a:gd name="connsiteY66" fmla="*/ 3719034 h 6858000"/>
                <a:gd name="connsiteX67" fmla="*/ 857932 w 1339053"/>
                <a:gd name="connsiteY67" fmla="*/ 3696880 h 6858000"/>
                <a:gd name="connsiteX68" fmla="*/ 853534 w 1339053"/>
                <a:gd name="connsiteY68" fmla="*/ 3507036 h 6858000"/>
                <a:gd name="connsiteX69" fmla="*/ 850226 w 1339053"/>
                <a:gd name="connsiteY69" fmla="*/ 3485839 h 6858000"/>
                <a:gd name="connsiteX70" fmla="*/ 0 w 1339053"/>
                <a:gd name="connsiteY70" fmla="*/ 0 h 6858000"/>
                <a:gd name="connsiteX71" fmla="*/ 455609 w 1339053"/>
                <a:gd name="connsiteY71" fmla="*/ 0 h 6858000"/>
                <a:gd name="connsiteX72" fmla="*/ 459171 w 1339053"/>
                <a:gd name="connsiteY72" fmla="*/ 72395 h 6858000"/>
                <a:gd name="connsiteX73" fmla="*/ 460041 w 1339053"/>
                <a:gd name="connsiteY73" fmla="*/ 131917 h 6858000"/>
                <a:gd name="connsiteX74" fmla="*/ 504421 w 1339053"/>
                <a:gd name="connsiteY74" fmla="*/ 389691 h 6858000"/>
                <a:gd name="connsiteX75" fmla="*/ 582097 w 1339053"/>
                <a:gd name="connsiteY75" fmla="*/ 634609 h 6858000"/>
                <a:gd name="connsiteX76" fmla="*/ 702468 w 1339053"/>
                <a:gd name="connsiteY76" fmla="*/ 834019 h 6858000"/>
                <a:gd name="connsiteX77" fmla="*/ 729203 w 1339053"/>
                <a:gd name="connsiteY77" fmla="*/ 887701 h 6858000"/>
                <a:gd name="connsiteX78" fmla="*/ 743787 w 1339053"/>
                <a:gd name="connsiteY78" fmla="*/ 1016355 h 6858000"/>
                <a:gd name="connsiteX79" fmla="*/ 750083 w 1339053"/>
                <a:gd name="connsiteY79" fmla="*/ 1128060 h 6858000"/>
                <a:gd name="connsiteX80" fmla="*/ 768866 w 1339053"/>
                <a:gd name="connsiteY80" fmla="*/ 1213431 h 6858000"/>
                <a:gd name="connsiteX81" fmla="*/ 787802 w 1339053"/>
                <a:gd name="connsiteY81" fmla="*/ 1286432 h 6858000"/>
                <a:gd name="connsiteX82" fmla="*/ 842837 w 1339053"/>
                <a:gd name="connsiteY82" fmla="*/ 1455511 h 6858000"/>
                <a:gd name="connsiteX83" fmla="*/ 877988 w 1339053"/>
                <a:gd name="connsiteY83" fmla="*/ 1634814 h 6858000"/>
                <a:gd name="connsiteX84" fmla="*/ 941063 w 1339053"/>
                <a:gd name="connsiteY84" fmla="*/ 1789731 h 6858000"/>
                <a:gd name="connsiteX85" fmla="*/ 980124 w 1339053"/>
                <a:gd name="connsiteY85" fmla="*/ 1857657 h 6858000"/>
                <a:gd name="connsiteX86" fmla="*/ 984484 w 1339053"/>
                <a:gd name="connsiteY86" fmla="*/ 1976384 h 6858000"/>
                <a:gd name="connsiteX87" fmla="*/ 1007189 w 1339053"/>
                <a:gd name="connsiteY87" fmla="*/ 2110650 h 6858000"/>
                <a:gd name="connsiteX88" fmla="*/ 1039893 w 1339053"/>
                <a:gd name="connsiteY88" fmla="*/ 2211041 h 6858000"/>
                <a:gd name="connsiteX89" fmla="*/ 1059162 w 1339053"/>
                <a:gd name="connsiteY89" fmla="*/ 2286682 h 6858000"/>
                <a:gd name="connsiteX90" fmla="*/ 1070522 w 1339053"/>
                <a:gd name="connsiteY90" fmla="*/ 2388667 h 6858000"/>
                <a:gd name="connsiteX91" fmla="*/ 1093939 w 1339053"/>
                <a:gd name="connsiteY91" fmla="*/ 2494653 h 6858000"/>
                <a:gd name="connsiteX92" fmla="*/ 1112007 w 1339053"/>
                <a:gd name="connsiteY92" fmla="*/ 2548197 h 6858000"/>
                <a:gd name="connsiteX93" fmla="*/ 1138346 w 1339053"/>
                <a:gd name="connsiteY93" fmla="*/ 2649163 h 6858000"/>
                <a:gd name="connsiteX94" fmla="*/ 1160337 w 1339053"/>
                <a:gd name="connsiteY94" fmla="*/ 2751608 h 6858000"/>
                <a:gd name="connsiteX95" fmla="*/ 1165737 w 1339053"/>
                <a:gd name="connsiteY95" fmla="*/ 2933012 h 6858000"/>
                <a:gd name="connsiteX96" fmla="*/ 1202029 w 1339053"/>
                <a:gd name="connsiteY96" fmla="*/ 3107873 h 6858000"/>
                <a:gd name="connsiteX97" fmla="*/ 1225692 w 1339053"/>
                <a:gd name="connsiteY97" fmla="*/ 3244974 h 6858000"/>
                <a:gd name="connsiteX98" fmla="*/ 1243916 w 1339053"/>
                <a:gd name="connsiteY98" fmla="*/ 3326221 h 6858000"/>
                <a:gd name="connsiteX99" fmla="*/ 1293067 w 1339053"/>
                <a:gd name="connsiteY99" fmla="*/ 3480219 h 6858000"/>
                <a:gd name="connsiteX100" fmla="*/ 1308071 w 1339053"/>
                <a:gd name="connsiteY100" fmla="*/ 3585182 h 6858000"/>
                <a:gd name="connsiteX101" fmla="*/ 1295962 w 1339053"/>
                <a:gd name="connsiteY101" fmla="*/ 3584708 h 6858000"/>
                <a:gd name="connsiteX102" fmla="*/ 1118893 w 1339053"/>
                <a:gd name="connsiteY102" fmla="*/ 3568330 h 6858000"/>
                <a:gd name="connsiteX103" fmla="*/ 1094179 w 1339053"/>
                <a:gd name="connsiteY103" fmla="*/ 3567566 h 6858000"/>
                <a:gd name="connsiteX104" fmla="*/ 922719 w 1339053"/>
                <a:gd name="connsiteY104" fmla="*/ 3516472 h 6858000"/>
                <a:gd name="connsiteX105" fmla="*/ 877028 w 1339053"/>
                <a:gd name="connsiteY105" fmla="*/ 3490955 h 6858000"/>
                <a:gd name="connsiteX106" fmla="*/ 850533 w 1339053"/>
                <a:gd name="connsiteY106" fmla="*/ 3481837 h 6858000"/>
                <a:gd name="connsiteX107" fmla="*/ 852113 w 1339053"/>
                <a:gd name="connsiteY107" fmla="*/ 3461170 h 6858000"/>
                <a:gd name="connsiteX108" fmla="*/ 831383 w 1339053"/>
                <a:gd name="connsiteY108" fmla="*/ 3399179 h 6858000"/>
                <a:gd name="connsiteX109" fmla="*/ 743141 w 1339053"/>
                <a:gd name="connsiteY109" fmla="*/ 3320580 h 6858000"/>
                <a:gd name="connsiteX110" fmla="*/ 713221 w 1339053"/>
                <a:gd name="connsiteY110" fmla="*/ 3251241 h 6858000"/>
                <a:gd name="connsiteX111" fmla="*/ 697098 w 1339053"/>
                <a:gd name="connsiteY111" fmla="*/ 3202528 h 6858000"/>
                <a:gd name="connsiteX112" fmla="*/ 664820 w 1339053"/>
                <a:gd name="connsiteY112" fmla="*/ 3154190 h 6858000"/>
                <a:gd name="connsiteX113" fmla="*/ 572501 w 1339053"/>
                <a:gd name="connsiteY113" fmla="*/ 3087312 h 6858000"/>
                <a:gd name="connsiteX114" fmla="*/ 497703 w 1339053"/>
                <a:gd name="connsiteY114" fmla="*/ 3005243 h 6858000"/>
                <a:gd name="connsiteX115" fmla="*/ 476984 w 1339053"/>
                <a:gd name="connsiteY115" fmla="*/ 2892751 h 6858000"/>
                <a:gd name="connsiteX116" fmla="*/ 468947 w 1339053"/>
                <a:gd name="connsiteY116" fmla="*/ 2824527 h 6858000"/>
                <a:gd name="connsiteX117" fmla="*/ 569138 w 1339053"/>
                <a:gd name="connsiteY117" fmla="*/ 2595026 h 6858000"/>
                <a:gd name="connsiteX118" fmla="*/ 645397 w 1339053"/>
                <a:gd name="connsiteY118" fmla="*/ 2440808 h 6858000"/>
                <a:gd name="connsiteX119" fmla="*/ 651820 w 1339053"/>
                <a:gd name="connsiteY119" fmla="*/ 2384384 h 6858000"/>
                <a:gd name="connsiteX120" fmla="*/ 612994 w 1339053"/>
                <a:gd name="connsiteY120" fmla="*/ 2207332 h 6858000"/>
                <a:gd name="connsiteX121" fmla="*/ 620894 w 1339053"/>
                <a:gd name="connsiteY121" fmla="*/ 2046679 h 6858000"/>
                <a:gd name="connsiteX122" fmla="*/ 644614 w 1339053"/>
                <a:gd name="connsiteY122" fmla="*/ 1931265 h 6858000"/>
                <a:gd name="connsiteX123" fmla="*/ 665994 w 1339053"/>
                <a:gd name="connsiteY123" fmla="*/ 1832337 h 6858000"/>
                <a:gd name="connsiteX124" fmla="*/ 678276 w 1339053"/>
                <a:gd name="connsiteY124" fmla="*/ 1709437 h 6858000"/>
                <a:gd name="connsiteX125" fmla="*/ 672955 w 1339053"/>
                <a:gd name="connsiteY125" fmla="*/ 1636123 h 6858000"/>
                <a:gd name="connsiteX126" fmla="*/ 668480 w 1339053"/>
                <a:gd name="connsiteY126" fmla="*/ 1520749 h 6858000"/>
                <a:gd name="connsiteX127" fmla="*/ 653920 w 1339053"/>
                <a:gd name="connsiteY127" fmla="*/ 1399437 h 6858000"/>
                <a:gd name="connsiteX128" fmla="*/ 612686 w 1339053"/>
                <a:gd name="connsiteY128" fmla="*/ 1296979 h 6858000"/>
                <a:gd name="connsiteX129" fmla="*/ 570220 w 1339053"/>
                <a:gd name="connsiteY129" fmla="*/ 1235618 h 6858000"/>
                <a:gd name="connsiteX130" fmla="*/ 529736 w 1339053"/>
                <a:gd name="connsiteY130" fmla="*/ 1081752 h 6858000"/>
                <a:gd name="connsiteX131" fmla="*/ 414305 w 1339053"/>
                <a:gd name="connsiteY131" fmla="*/ 918292 h 6858000"/>
                <a:gd name="connsiteX132" fmla="*/ 373924 w 1339053"/>
                <a:gd name="connsiteY132" fmla="*/ 825689 h 6858000"/>
                <a:gd name="connsiteX133" fmla="*/ 368949 w 1339053"/>
                <a:gd name="connsiteY133" fmla="*/ 778726 h 6858000"/>
                <a:gd name="connsiteX134" fmla="*/ 347020 w 1339053"/>
                <a:gd name="connsiteY134" fmla="*/ 694643 h 6858000"/>
                <a:gd name="connsiteX135" fmla="*/ 327478 w 1339053"/>
                <a:gd name="connsiteY135" fmla="*/ 642898 h 6858000"/>
                <a:gd name="connsiteX136" fmla="*/ 243468 w 1339053"/>
                <a:gd name="connsiteY136" fmla="*/ 491960 h 6858000"/>
                <a:gd name="connsiteX137" fmla="*/ 218930 w 1339053"/>
                <a:gd name="connsiteY137" fmla="*/ 446010 h 6858000"/>
                <a:gd name="connsiteX138" fmla="*/ 180614 w 1339053"/>
                <a:gd name="connsiteY138" fmla="*/ 354892 h 6858000"/>
                <a:gd name="connsiteX139" fmla="*/ 171988 w 1339053"/>
                <a:gd name="connsiteY139" fmla="*/ 317521 h 6858000"/>
                <a:gd name="connsiteX140" fmla="*/ 139875 w 1339053"/>
                <a:gd name="connsiteY140" fmla="*/ 246378 h 6858000"/>
                <a:gd name="connsiteX141" fmla="*/ 51499 w 1339053"/>
                <a:gd name="connsiteY141" fmla="*/ 73211 h 6858000"/>
                <a:gd name="connsiteX142" fmla="*/ 19690 w 1339053"/>
                <a:gd name="connsiteY142" fmla="*/ 3662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1339053" h="6858000">
                  <a:moveTo>
                    <a:pt x="850532" y="3481838"/>
                  </a:moveTo>
                  <a:lnTo>
                    <a:pt x="877027" y="3490955"/>
                  </a:lnTo>
                  <a:cubicBezTo>
                    <a:pt x="892941" y="3497986"/>
                    <a:pt x="908176" y="3506416"/>
                    <a:pt x="922718" y="3516472"/>
                  </a:cubicBezTo>
                  <a:cubicBezTo>
                    <a:pt x="967062" y="3547282"/>
                    <a:pt x="1027547" y="3564030"/>
                    <a:pt x="1094179" y="3567567"/>
                  </a:cubicBezTo>
                  <a:cubicBezTo>
                    <a:pt x="1102515" y="3567965"/>
                    <a:pt x="1113434" y="3565936"/>
                    <a:pt x="1118891" y="3568331"/>
                  </a:cubicBezTo>
                  <a:cubicBezTo>
                    <a:pt x="1180628" y="3594888"/>
                    <a:pt x="1237753" y="3586304"/>
                    <a:pt x="1295961" y="3584709"/>
                  </a:cubicBezTo>
                  <a:lnTo>
                    <a:pt x="1308070" y="3585183"/>
                  </a:lnTo>
                  <a:lnTo>
                    <a:pt x="1325263" y="3705453"/>
                  </a:lnTo>
                  <a:cubicBezTo>
                    <a:pt x="1328254" y="3727679"/>
                    <a:pt x="1331526" y="3749922"/>
                    <a:pt x="1334107" y="3772268"/>
                  </a:cubicBezTo>
                  <a:lnTo>
                    <a:pt x="1338203" y="3831076"/>
                  </a:lnTo>
                  <a:lnTo>
                    <a:pt x="1338805" y="3839709"/>
                  </a:lnTo>
                  <a:cubicBezTo>
                    <a:pt x="1339996" y="3932341"/>
                    <a:pt x="1336568" y="4025809"/>
                    <a:pt x="1335635" y="4118635"/>
                  </a:cubicBezTo>
                  <a:cubicBezTo>
                    <a:pt x="1335202" y="4148976"/>
                    <a:pt x="1338805" y="4178868"/>
                    <a:pt x="1337171" y="4209403"/>
                  </a:cubicBezTo>
                  <a:cubicBezTo>
                    <a:pt x="1335445" y="4242449"/>
                    <a:pt x="1327565" y="4276129"/>
                    <a:pt x="1325840" y="4309174"/>
                  </a:cubicBezTo>
                  <a:cubicBezTo>
                    <a:pt x="1322853" y="4364122"/>
                    <a:pt x="1323899" y="4418621"/>
                    <a:pt x="1321122" y="4473630"/>
                  </a:cubicBezTo>
                  <a:cubicBezTo>
                    <a:pt x="1315632" y="4579723"/>
                    <a:pt x="1309019" y="4685750"/>
                    <a:pt x="1302196" y="4791709"/>
                  </a:cubicBezTo>
                  <a:cubicBezTo>
                    <a:pt x="1300696" y="4814383"/>
                    <a:pt x="1294244" y="4837504"/>
                    <a:pt x="1293239" y="4860048"/>
                  </a:cubicBezTo>
                  <a:cubicBezTo>
                    <a:pt x="1290785" y="4919957"/>
                    <a:pt x="1289660" y="4979994"/>
                    <a:pt x="1288829" y="5039837"/>
                  </a:cubicBezTo>
                  <a:cubicBezTo>
                    <a:pt x="1288401" y="5076103"/>
                    <a:pt x="1290512" y="5112310"/>
                    <a:pt x="1289584" y="5148703"/>
                  </a:cubicBezTo>
                  <a:cubicBezTo>
                    <a:pt x="1288845" y="5177820"/>
                    <a:pt x="1286193" y="5207193"/>
                    <a:pt x="1282205" y="5236435"/>
                  </a:cubicBezTo>
                  <a:cubicBezTo>
                    <a:pt x="1278784" y="5261619"/>
                    <a:pt x="1270649" y="5286477"/>
                    <a:pt x="1268145" y="5311662"/>
                  </a:cubicBezTo>
                  <a:cubicBezTo>
                    <a:pt x="1261308" y="5379812"/>
                    <a:pt x="1256387" y="5447703"/>
                    <a:pt x="1250547" y="5515595"/>
                  </a:cubicBezTo>
                  <a:cubicBezTo>
                    <a:pt x="1248113" y="5542776"/>
                    <a:pt x="1244054" y="5570023"/>
                    <a:pt x="1243323" y="5596885"/>
                  </a:cubicBezTo>
                  <a:cubicBezTo>
                    <a:pt x="1241082" y="5668709"/>
                    <a:pt x="1241668" y="5740276"/>
                    <a:pt x="1238303" y="5812036"/>
                  </a:cubicBezTo>
                  <a:cubicBezTo>
                    <a:pt x="1235508" y="5871554"/>
                    <a:pt x="1228259" y="5931392"/>
                    <a:pt x="1223551" y="5991171"/>
                  </a:cubicBezTo>
                  <a:cubicBezTo>
                    <a:pt x="1221675" y="6016549"/>
                    <a:pt x="1222415" y="6041609"/>
                    <a:pt x="1219699" y="6066726"/>
                  </a:cubicBezTo>
                  <a:cubicBezTo>
                    <a:pt x="1213776" y="6123024"/>
                    <a:pt x="1205938" y="6179576"/>
                    <a:pt x="1199935" y="6236130"/>
                  </a:cubicBezTo>
                  <a:cubicBezTo>
                    <a:pt x="1196614" y="6268403"/>
                    <a:pt x="1198425" y="6301127"/>
                    <a:pt x="1192857" y="6333267"/>
                  </a:cubicBezTo>
                  <a:cubicBezTo>
                    <a:pt x="1179603" y="6409590"/>
                    <a:pt x="1163470" y="6485591"/>
                    <a:pt x="1148174" y="6561849"/>
                  </a:cubicBezTo>
                  <a:cubicBezTo>
                    <a:pt x="1132370" y="6640486"/>
                    <a:pt x="1117066" y="6719000"/>
                    <a:pt x="1100424" y="6797385"/>
                  </a:cubicBezTo>
                  <a:lnTo>
                    <a:pt x="1085621" y="6858000"/>
                  </a:lnTo>
                  <a:lnTo>
                    <a:pt x="932341" y="6858000"/>
                  </a:lnTo>
                  <a:lnTo>
                    <a:pt x="944496" y="6829656"/>
                  </a:lnTo>
                  <a:cubicBezTo>
                    <a:pt x="964836" y="6776399"/>
                    <a:pt x="953622" y="6744439"/>
                    <a:pt x="913239" y="6720119"/>
                  </a:cubicBezTo>
                  <a:cubicBezTo>
                    <a:pt x="890880" y="6706443"/>
                    <a:pt x="866986" y="6690318"/>
                    <a:pt x="870682" y="6655346"/>
                  </a:cubicBezTo>
                  <a:cubicBezTo>
                    <a:pt x="876846" y="6598274"/>
                    <a:pt x="889503" y="6540954"/>
                    <a:pt x="846442" y="6498594"/>
                  </a:cubicBezTo>
                  <a:cubicBezTo>
                    <a:pt x="862273" y="6487399"/>
                    <a:pt x="871751" y="6480449"/>
                    <a:pt x="881150" y="6473756"/>
                  </a:cubicBezTo>
                  <a:cubicBezTo>
                    <a:pt x="907245" y="6455292"/>
                    <a:pt x="930705" y="6407516"/>
                    <a:pt x="922470" y="6377035"/>
                  </a:cubicBezTo>
                  <a:cubicBezTo>
                    <a:pt x="910652" y="6332192"/>
                    <a:pt x="925705" y="6299028"/>
                    <a:pt x="955039" y="6268585"/>
                  </a:cubicBezTo>
                  <a:cubicBezTo>
                    <a:pt x="1003777" y="6217606"/>
                    <a:pt x="1017630" y="6148240"/>
                    <a:pt x="1024350" y="6083443"/>
                  </a:cubicBezTo>
                  <a:cubicBezTo>
                    <a:pt x="1029590" y="6034553"/>
                    <a:pt x="1028255" y="5980246"/>
                    <a:pt x="999696" y="5938416"/>
                  </a:cubicBezTo>
                  <a:cubicBezTo>
                    <a:pt x="990505" y="5925141"/>
                    <a:pt x="991039" y="5901884"/>
                    <a:pt x="988342" y="5882426"/>
                  </a:cubicBezTo>
                  <a:cubicBezTo>
                    <a:pt x="986229" y="5866254"/>
                    <a:pt x="984774" y="5849442"/>
                    <a:pt x="985444" y="5832438"/>
                  </a:cubicBezTo>
                  <a:cubicBezTo>
                    <a:pt x="986010" y="5814273"/>
                    <a:pt x="985042" y="5793656"/>
                    <a:pt x="992016" y="5777751"/>
                  </a:cubicBezTo>
                  <a:cubicBezTo>
                    <a:pt x="1012886" y="5729456"/>
                    <a:pt x="1014467" y="5686488"/>
                    <a:pt x="995028" y="5641832"/>
                  </a:cubicBezTo>
                  <a:cubicBezTo>
                    <a:pt x="984984" y="5618696"/>
                    <a:pt x="974301" y="5585771"/>
                    <a:pt x="981247" y="5562522"/>
                  </a:cubicBezTo>
                  <a:cubicBezTo>
                    <a:pt x="998041" y="5505913"/>
                    <a:pt x="997454" y="5454379"/>
                    <a:pt x="995131" y="5398075"/>
                  </a:cubicBezTo>
                  <a:cubicBezTo>
                    <a:pt x="993724" y="5361807"/>
                    <a:pt x="997229" y="5322258"/>
                    <a:pt x="997379" y="5283928"/>
                  </a:cubicBezTo>
                  <a:cubicBezTo>
                    <a:pt x="997473" y="5239095"/>
                    <a:pt x="1006631" y="5193105"/>
                    <a:pt x="979617" y="5157396"/>
                  </a:cubicBezTo>
                  <a:cubicBezTo>
                    <a:pt x="976728" y="5153402"/>
                    <a:pt x="978724" y="5144705"/>
                    <a:pt x="976441" y="5139485"/>
                  </a:cubicBezTo>
                  <a:cubicBezTo>
                    <a:pt x="969619" y="5122991"/>
                    <a:pt x="964828" y="5102888"/>
                    <a:pt x="953793" y="5091862"/>
                  </a:cubicBezTo>
                  <a:cubicBezTo>
                    <a:pt x="921506" y="5059884"/>
                    <a:pt x="886609" y="5031900"/>
                    <a:pt x="853056" y="5001787"/>
                  </a:cubicBezTo>
                  <a:cubicBezTo>
                    <a:pt x="845882" y="4995337"/>
                    <a:pt x="836325" y="4988437"/>
                    <a:pt x="833979" y="4978966"/>
                  </a:cubicBezTo>
                  <a:cubicBezTo>
                    <a:pt x="820602" y="4924328"/>
                    <a:pt x="808509" y="4869239"/>
                    <a:pt x="796995" y="4813768"/>
                  </a:cubicBezTo>
                  <a:cubicBezTo>
                    <a:pt x="792418" y="4791474"/>
                    <a:pt x="803209" y="4777314"/>
                    <a:pt x="820590" y="4764057"/>
                  </a:cubicBezTo>
                  <a:cubicBezTo>
                    <a:pt x="837188" y="4751123"/>
                    <a:pt x="855398" y="4734452"/>
                    <a:pt x="864688" y="4714752"/>
                  </a:cubicBezTo>
                  <a:cubicBezTo>
                    <a:pt x="883062" y="4675275"/>
                    <a:pt x="897521" y="4632902"/>
                    <a:pt x="910485" y="4590911"/>
                  </a:cubicBezTo>
                  <a:cubicBezTo>
                    <a:pt x="915338" y="4575199"/>
                    <a:pt x="912978" y="4556131"/>
                    <a:pt x="911445" y="4539571"/>
                  </a:cubicBezTo>
                  <a:cubicBezTo>
                    <a:pt x="908527" y="4508200"/>
                    <a:pt x="900999" y="4477659"/>
                    <a:pt x="900285" y="4445837"/>
                  </a:cubicBezTo>
                  <a:cubicBezTo>
                    <a:pt x="899539" y="4408923"/>
                    <a:pt x="887958" y="4383340"/>
                    <a:pt x="863237" y="4364703"/>
                  </a:cubicBezTo>
                  <a:cubicBezTo>
                    <a:pt x="826431" y="4336971"/>
                    <a:pt x="808536" y="4292507"/>
                    <a:pt x="798070" y="4243284"/>
                  </a:cubicBezTo>
                  <a:cubicBezTo>
                    <a:pt x="784617" y="4180721"/>
                    <a:pt x="805728" y="4117545"/>
                    <a:pt x="817097" y="4054750"/>
                  </a:cubicBezTo>
                  <a:cubicBezTo>
                    <a:pt x="821537" y="4030724"/>
                    <a:pt x="826632" y="4006057"/>
                    <a:pt x="826251" y="3982801"/>
                  </a:cubicBezTo>
                  <a:cubicBezTo>
                    <a:pt x="825347" y="3916709"/>
                    <a:pt x="825150" y="3850833"/>
                    <a:pt x="836848" y="3784939"/>
                  </a:cubicBezTo>
                  <a:lnTo>
                    <a:pt x="841285" y="3766755"/>
                  </a:lnTo>
                  <a:lnTo>
                    <a:pt x="841284" y="3766755"/>
                  </a:lnTo>
                  <a:lnTo>
                    <a:pt x="852925" y="3719034"/>
                  </a:lnTo>
                  <a:cubicBezTo>
                    <a:pt x="855152" y="3711822"/>
                    <a:pt x="856753" y="3704413"/>
                    <a:pt x="857932" y="3696880"/>
                  </a:cubicBezTo>
                  <a:cubicBezTo>
                    <a:pt x="868683" y="3631632"/>
                    <a:pt x="885300" y="3565939"/>
                    <a:pt x="853534" y="3507036"/>
                  </a:cubicBezTo>
                  <a:cubicBezTo>
                    <a:pt x="850623" y="3501622"/>
                    <a:pt x="849992" y="3494020"/>
                    <a:pt x="850226" y="3485839"/>
                  </a:cubicBezTo>
                  <a:close/>
                  <a:moveTo>
                    <a:pt x="0" y="0"/>
                  </a:moveTo>
                  <a:lnTo>
                    <a:pt x="455609" y="0"/>
                  </a:lnTo>
                  <a:lnTo>
                    <a:pt x="459171" y="72395"/>
                  </a:lnTo>
                  <a:cubicBezTo>
                    <a:pt x="459671" y="92301"/>
                    <a:pt x="456894" y="113171"/>
                    <a:pt x="460041" y="131917"/>
                  </a:cubicBezTo>
                  <a:cubicBezTo>
                    <a:pt x="474213" y="218122"/>
                    <a:pt x="492031" y="302910"/>
                    <a:pt x="504421" y="389691"/>
                  </a:cubicBezTo>
                  <a:cubicBezTo>
                    <a:pt x="517349" y="479177"/>
                    <a:pt x="539516" y="562489"/>
                    <a:pt x="582097" y="634609"/>
                  </a:cubicBezTo>
                  <a:cubicBezTo>
                    <a:pt x="621686" y="701573"/>
                    <a:pt x="662589" y="767248"/>
                    <a:pt x="702468" y="834019"/>
                  </a:cubicBezTo>
                  <a:cubicBezTo>
                    <a:pt x="712587" y="850968"/>
                    <a:pt x="725536" y="867665"/>
                    <a:pt x="729203" y="887701"/>
                  </a:cubicBezTo>
                  <a:cubicBezTo>
                    <a:pt x="736973" y="929321"/>
                    <a:pt x="740155" y="973193"/>
                    <a:pt x="743787" y="1016355"/>
                  </a:cubicBezTo>
                  <a:cubicBezTo>
                    <a:pt x="746786" y="1053398"/>
                    <a:pt x="745800" y="1091467"/>
                    <a:pt x="750083" y="1128060"/>
                  </a:cubicBezTo>
                  <a:cubicBezTo>
                    <a:pt x="753428" y="1157309"/>
                    <a:pt x="762038" y="1185083"/>
                    <a:pt x="768866" y="1213431"/>
                  </a:cubicBezTo>
                  <a:cubicBezTo>
                    <a:pt x="774767" y="1238107"/>
                    <a:pt x="778357" y="1264327"/>
                    <a:pt x="787802" y="1286432"/>
                  </a:cubicBezTo>
                  <a:cubicBezTo>
                    <a:pt x="810582" y="1340304"/>
                    <a:pt x="832653" y="1394242"/>
                    <a:pt x="842837" y="1455511"/>
                  </a:cubicBezTo>
                  <a:cubicBezTo>
                    <a:pt x="853049" y="1515944"/>
                    <a:pt x="867276" y="1574511"/>
                    <a:pt x="877988" y="1634814"/>
                  </a:cubicBezTo>
                  <a:cubicBezTo>
                    <a:pt x="888390" y="1693895"/>
                    <a:pt x="902813" y="1748857"/>
                    <a:pt x="941063" y="1789731"/>
                  </a:cubicBezTo>
                  <a:cubicBezTo>
                    <a:pt x="957906" y="1807908"/>
                    <a:pt x="975122" y="1831564"/>
                    <a:pt x="980124" y="1857657"/>
                  </a:cubicBezTo>
                  <a:cubicBezTo>
                    <a:pt x="987207" y="1894833"/>
                    <a:pt x="980788" y="1937150"/>
                    <a:pt x="984484" y="1976384"/>
                  </a:cubicBezTo>
                  <a:cubicBezTo>
                    <a:pt x="988781" y="2022576"/>
                    <a:pt x="988793" y="2074493"/>
                    <a:pt x="1007189" y="2110650"/>
                  </a:cubicBezTo>
                  <a:cubicBezTo>
                    <a:pt x="1023612" y="2142809"/>
                    <a:pt x="1034723" y="2173610"/>
                    <a:pt x="1039893" y="2211041"/>
                  </a:cubicBezTo>
                  <a:cubicBezTo>
                    <a:pt x="1043484" y="2237261"/>
                    <a:pt x="1057690" y="2260269"/>
                    <a:pt x="1059162" y="2286682"/>
                  </a:cubicBezTo>
                  <a:cubicBezTo>
                    <a:pt x="1061252" y="2321469"/>
                    <a:pt x="1060754" y="2355740"/>
                    <a:pt x="1070522" y="2388667"/>
                  </a:cubicBezTo>
                  <a:cubicBezTo>
                    <a:pt x="1080600" y="2422815"/>
                    <a:pt x="1085513" y="2459602"/>
                    <a:pt x="1093939" y="2494653"/>
                  </a:cubicBezTo>
                  <a:cubicBezTo>
                    <a:pt x="1098500" y="2513273"/>
                    <a:pt x="1106866" y="2529964"/>
                    <a:pt x="1112007" y="2548197"/>
                  </a:cubicBezTo>
                  <a:cubicBezTo>
                    <a:pt x="1121409" y="2581573"/>
                    <a:pt x="1130232" y="2615336"/>
                    <a:pt x="1138346" y="2649163"/>
                  </a:cubicBezTo>
                  <a:cubicBezTo>
                    <a:pt x="1146465" y="2682988"/>
                    <a:pt x="1157699" y="2716368"/>
                    <a:pt x="1160337" y="2751608"/>
                  </a:cubicBezTo>
                  <a:cubicBezTo>
                    <a:pt x="1164714" y="2811646"/>
                    <a:pt x="1159211" y="2873999"/>
                    <a:pt x="1165737" y="2933012"/>
                  </a:cubicBezTo>
                  <a:cubicBezTo>
                    <a:pt x="1172445" y="2992925"/>
                    <a:pt x="1185964" y="3051556"/>
                    <a:pt x="1202029" y="3107873"/>
                  </a:cubicBezTo>
                  <a:cubicBezTo>
                    <a:pt x="1214635" y="3152396"/>
                    <a:pt x="1227749" y="3194534"/>
                    <a:pt x="1225692" y="3244974"/>
                  </a:cubicBezTo>
                  <a:cubicBezTo>
                    <a:pt x="1224565" y="3273123"/>
                    <a:pt x="1231196" y="3305079"/>
                    <a:pt x="1243916" y="3326221"/>
                  </a:cubicBezTo>
                  <a:cubicBezTo>
                    <a:pt x="1271701" y="3372044"/>
                    <a:pt x="1285247" y="3423911"/>
                    <a:pt x="1293067" y="3480219"/>
                  </a:cubicBezTo>
                  <a:lnTo>
                    <a:pt x="1308071" y="3585182"/>
                  </a:lnTo>
                  <a:lnTo>
                    <a:pt x="1295962" y="3584708"/>
                  </a:lnTo>
                  <a:cubicBezTo>
                    <a:pt x="1237754" y="3586303"/>
                    <a:pt x="1180629" y="3594888"/>
                    <a:pt x="1118893" y="3568330"/>
                  </a:cubicBezTo>
                  <a:cubicBezTo>
                    <a:pt x="1113435" y="3565936"/>
                    <a:pt x="1102517" y="3567964"/>
                    <a:pt x="1094179" y="3567566"/>
                  </a:cubicBezTo>
                  <a:cubicBezTo>
                    <a:pt x="1027548" y="3564029"/>
                    <a:pt x="967064" y="3547281"/>
                    <a:pt x="922719" y="3516472"/>
                  </a:cubicBezTo>
                  <a:cubicBezTo>
                    <a:pt x="908178" y="3506414"/>
                    <a:pt x="892942" y="3497984"/>
                    <a:pt x="877028" y="3490955"/>
                  </a:cubicBezTo>
                  <a:lnTo>
                    <a:pt x="850533" y="3481837"/>
                  </a:lnTo>
                  <a:lnTo>
                    <a:pt x="852113" y="3461170"/>
                  </a:lnTo>
                  <a:cubicBezTo>
                    <a:pt x="854391" y="3434500"/>
                    <a:pt x="848474" y="3414331"/>
                    <a:pt x="831383" y="3399179"/>
                  </a:cubicBezTo>
                  <a:cubicBezTo>
                    <a:pt x="801767" y="3373388"/>
                    <a:pt x="773654" y="3344957"/>
                    <a:pt x="743141" y="3320580"/>
                  </a:cubicBezTo>
                  <a:cubicBezTo>
                    <a:pt x="722236" y="3303685"/>
                    <a:pt x="714543" y="3281842"/>
                    <a:pt x="713221" y="3251241"/>
                  </a:cubicBezTo>
                  <a:cubicBezTo>
                    <a:pt x="712555" y="3234106"/>
                    <a:pt x="704768" y="3217029"/>
                    <a:pt x="697098" y="3202528"/>
                  </a:cubicBezTo>
                  <a:cubicBezTo>
                    <a:pt x="687845" y="3184997"/>
                    <a:pt x="672212" y="3172554"/>
                    <a:pt x="664820" y="3154190"/>
                  </a:cubicBezTo>
                  <a:cubicBezTo>
                    <a:pt x="646169" y="3109209"/>
                    <a:pt x="616744" y="3087991"/>
                    <a:pt x="572501" y="3087312"/>
                  </a:cubicBezTo>
                  <a:cubicBezTo>
                    <a:pt x="533259" y="3086763"/>
                    <a:pt x="493731" y="3044085"/>
                    <a:pt x="497703" y="3005243"/>
                  </a:cubicBezTo>
                  <a:cubicBezTo>
                    <a:pt x="502030" y="2962279"/>
                    <a:pt x="490540" y="2928257"/>
                    <a:pt x="476984" y="2892751"/>
                  </a:cubicBezTo>
                  <a:cubicBezTo>
                    <a:pt x="469363" y="2872905"/>
                    <a:pt x="465404" y="2847135"/>
                    <a:pt x="468947" y="2824527"/>
                  </a:cubicBezTo>
                  <a:cubicBezTo>
                    <a:pt x="482188" y="2738605"/>
                    <a:pt x="520979" y="2665650"/>
                    <a:pt x="569138" y="2595026"/>
                  </a:cubicBezTo>
                  <a:cubicBezTo>
                    <a:pt x="600577" y="2548865"/>
                    <a:pt x="622260" y="2493483"/>
                    <a:pt x="645397" y="2440808"/>
                  </a:cubicBezTo>
                  <a:cubicBezTo>
                    <a:pt x="652529" y="2424387"/>
                    <a:pt x="655029" y="2401457"/>
                    <a:pt x="651820" y="2384384"/>
                  </a:cubicBezTo>
                  <a:cubicBezTo>
                    <a:pt x="640949" y="2324596"/>
                    <a:pt x="629163" y="2264805"/>
                    <a:pt x="612994" y="2207332"/>
                  </a:cubicBezTo>
                  <a:cubicBezTo>
                    <a:pt x="597678" y="2153787"/>
                    <a:pt x="601053" y="2099808"/>
                    <a:pt x="620894" y="2046679"/>
                  </a:cubicBezTo>
                  <a:cubicBezTo>
                    <a:pt x="635367" y="2007977"/>
                    <a:pt x="641110" y="1970814"/>
                    <a:pt x="644614" y="1931265"/>
                  </a:cubicBezTo>
                  <a:cubicBezTo>
                    <a:pt x="647465" y="1898285"/>
                    <a:pt x="653360" y="1862859"/>
                    <a:pt x="665994" y="1832337"/>
                  </a:cubicBezTo>
                  <a:cubicBezTo>
                    <a:pt x="683779" y="1789578"/>
                    <a:pt x="688928" y="1751381"/>
                    <a:pt x="678276" y="1709437"/>
                  </a:cubicBezTo>
                  <a:cubicBezTo>
                    <a:pt x="672576" y="1687079"/>
                    <a:pt x="673987" y="1660990"/>
                    <a:pt x="672955" y="1636123"/>
                  </a:cubicBezTo>
                  <a:cubicBezTo>
                    <a:pt x="671272" y="1597795"/>
                    <a:pt x="671867" y="1558758"/>
                    <a:pt x="668480" y="1520749"/>
                  </a:cubicBezTo>
                  <a:cubicBezTo>
                    <a:pt x="665050" y="1479903"/>
                    <a:pt x="655019" y="1440408"/>
                    <a:pt x="653920" y="1399437"/>
                  </a:cubicBezTo>
                  <a:cubicBezTo>
                    <a:pt x="652652" y="1355309"/>
                    <a:pt x="639893" y="1323154"/>
                    <a:pt x="612686" y="1296979"/>
                  </a:cubicBezTo>
                  <a:cubicBezTo>
                    <a:pt x="595576" y="1280408"/>
                    <a:pt x="578401" y="1259588"/>
                    <a:pt x="570220" y="1235618"/>
                  </a:cubicBezTo>
                  <a:cubicBezTo>
                    <a:pt x="553631" y="1186194"/>
                    <a:pt x="545669" y="1131821"/>
                    <a:pt x="529736" y="1081752"/>
                  </a:cubicBezTo>
                  <a:cubicBezTo>
                    <a:pt x="507466" y="1011390"/>
                    <a:pt x="481332" y="944631"/>
                    <a:pt x="414305" y="918292"/>
                  </a:cubicBezTo>
                  <a:cubicBezTo>
                    <a:pt x="377314" y="903769"/>
                    <a:pt x="368843" y="874065"/>
                    <a:pt x="373924" y="825689"/>
                  </a:cubicBezTo>
                  <a:cubicBezTo>
                    <a:pt x="375689" y="809590"/>
                    <a:pt x="376722" y="786203"/>
                    <a:pt x="368949" y="778726"/>
                  </a:cubicBezTo>
                  <a:cubicBezTo>
                    <a:pt x="345838" y="756354"/>
                    <a:pt x="349308" y="725824"/>
                    <a:pt x="347020" y="694643"/>
                  </a:cubicBezTo>
                  <a:cubicBezTo>
                    <a:pt x="345704" y="675894"/>
                    <a:pt x="339306" y="651346"/>
                    <a:pt x="327478" y="642898"/>
                  </a:cubicBezTo>
                  <a:cubicBezTo>
                    <a:pt x="279698" y="608395"/>
                    <a:pt x="263590" y="549247"/>
                    <a:pt x="243468" y="491960"/>
                  </a:cubicBezTo>
                  <a:cubicBezTo>
                    <a:pt x="237433" y="475142"/>
                    <a:pt x="230250" y="456843"/>
                    <a:pt x="218930" y="446010"/>
                  </a:cubicBezTo>
                  <a:cubicBezTo>
                    <a:pt x="194433" y="422927"/>
                    <a:pt x="180036" y="395344"/>
                    <a:pt x="180614" y="354892"/>
                  </a:cubicBezTo>
                  <a:cubicBezTo>
                    <a:pt x="180923" y="342010"/>
                    <a:pt x="176523" y="328798"/>
                    <a:pt x="171988" y="317521"/>
                  </a:cubicBezTo>
                  <a:cubicBezTo>
                    <a:pt x="162052" y="293291"/>
                    <a:pt x="148442" y="271315"/>
                    <a:pt x="139875" y="246378"/>
                  </a:cubicBezTo>
                  <a:cubicBezTo>
                    <a:pt x="117577" y="182780"/>
                    <a:pt x="95749" y="119890"/>
                    <a:pt x="51499" y="73211"/>
                  </a:cubicBezTo>
                  <a:cubicBezTo>
                    <a:pt x="40691" y="61834"/>
                    <a:pt x="29467" y="49763"/>
                    <a:pt x="19690" y="36621"/>
                  </a:cubicBezTo>
                  <a:close/>
                </a:path>
              </a:pathLst>
            </a:custGeom>
            <a:blipFill dpi="0" rotWithShape="1">
              <a:blip r:embed="rId5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2050" name="Picture 2" descr="Raiders of the Lost Ark – Fast Cutting &amp; Center Framing">
            <a:extLst>
              <a:ext uri="{FF2B5EF4-FFF2-40B4-BE49-F238E27FC236}">
                <a16:creationId xmlns:a16="http://schemas.microsoft.com/office/drawing/2014/main" id="{55E4FAC6-D618-F262-295E-138328753C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04" r="10151" b="-2"/>
          <a:stretch/>
        </p:blipFill>
        <p:spPr bwMode="auto">
          <a:xfrm>
            <a:off x="8504168" y="3562350"/>
            <a:ext cx="3687832" cy="3295650"/>
          </a:xfrm>
          <a:custGeom>
            <a:avLst/>
            <a:gdLst/>
            <a:ahLst/>
            <a:cxnLst/>
            <a:rect l="l" t="t" r="r" b="b"/>
            <a:pathLst>
              <a:path w="3687832" h="3295650">
                <a:moveTo>
                  <a:pt x="3687832" y="0"/>
                </a:moveTo>
                <a:lnTo>
                  <a:pt x="3687832" y="3295650"/>
                </a:lnTo>
                <a:lnTo>
                  <a:pt x="691450" y="3295650"/>
                </a:lnTo>
                <a:lnTo>
                  <a:pt x="124499" y="1545374"/>
                </a:lnTo>
                <a:lnTo>
                  <a:pt x="0" y="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71" name="Group 2070">
            <a:extLst>
              <a:ext uri="{FF2B5EF4-FFF2-40B4-BE49-F238E27FC236}">
                <a16:creationId xmlns:a16="http://schemas.microsoft.com/office/drawing/2014/main" id="{61D1A57D-77BC-4EEC-819E-6F5EEF348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8104359" y="-2"/>
            <a:ext cx="1339053" cy="6858000"/>
            <a:chOff x="2661507" y="0"/>
            <a:chExt cx="1339053" cy="6858000"/>
          </a:xfrm>
          <a:effectLst>
            <a:outerShdw blurRad="381000" dist="152400" dir="10800000" algn="r" rotWithShape="0">
              <a:prstClr val="black">
                <a:alpha val="10000"/>
              </a:prstClr>
            </a:outerShdw>
          </a:effectLst>
        </p:grpSpPr>
        <p:sp>
          <p:nvSpPr>
            <p:cNvPr id="2072" name="Freeform: Shape 2071">
              <a:extLst>
                <a:ext uri="{FF2B5EF4-FFF2-40B4-BE49-F238E27FC236}">
                  <a16:creationId xmlns:a16="http://schemas.microsoft.com/office/drawing/2014/main" id="{5913AB8E-CB2A-4854-8A54-923C07FC74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61507" y="0"/>
              <a:ext cx="1339053" cy="6858000"/>
            </a:xfrm>
            <a:custGeom>
              <a:avLst/>
              <a:gdLst>
                <a:gd name="connsiteX0" fmla="*/ 850532 w 1339053"/>
                <a:gd name="connsiteY0" fmla="*/ 3481838 h 6858000"/>
                <a:gd name="connsiteX1" fmla="*/ 877027 w 1339053"/>
                <a:gd name="connsiteY1" fmla="*/ 3490955 h 6858000"/>
                <a:gd name="connsiteX2" fmla="*/ 922718 w 1339053"/>
                <a:gd name="connsiteY2" fmla="*/ 3516472 h 6858000"/>
                <a:gd name="connsiteX3" fmla="*/ 1094179 w 1339053"/>
                <a:gd name="connsiteY3" fmla="*/ 3567567 h 6858000"/>
                <a:gd name="connsiteX4" fmla="*/ 1118891 w 1339053"/>
                <a:gd name="connsiteY4" fmla="*/ 3568331 h 6858000"/>
                <a:gd name="connsiteX5" fmla="*/ 1295961 w 1339053"/>
                <a:gd name="connsiteY5" fmla="*/ 3584709 h 6858000"/>
                <a:gd name="connsiteX6" fmla="*/ 1308070 w 1339053"/>
                <a:gd name="connsiteY6" fmla="*/ 3585183 h 6858000"/>
                <a:gd name="connsiteX7" fmla="*/ 1325263 w 1339053"/>
                <a:gd name="connsiteY7" fmla="*/ 3705453 h 6858000"/>
                <a:gd name="connsiteX8" fmla="*/ 1334107 w 1339053"/>
                <a:gd name="connsiteY8" fmla="*/ 3772268 h 6858000"/>
                <a:gd name="connsiteX9" fmla="*/ 1338203 w 1339053"/>
                <a:gd name="connsiteY9" fmla="*/ 3831076 h 6858000"/>
                <a:gd name="connsiteX10" fmla="*/ 1338805 w 1339053"/>
                <a:gd name="connsiteY10" fmla="*/ 3839709 h 6858000"/>
                <a:gd name="connsiteX11" fmla="*/ 1335635 w 1339053"/>
                <a:gd name="connsiteY11" fmla="*/ 4118635 h 6858000"/>
                <a:gd name="connsiteX12" fmla="*/ 1337171 w 1339053"/>
                <a:gd name="connsiteY12" fmla="*/ 4209403 h 6858000"/>
                <a:gd name="connsiteX13" fmla="*/ 1325840 w 1339053"/>
                <a:gd name="connsiteY13" fmla="*/ 4309174 h 6858000"/>
                <a:gd name="connsiteX14" fmla="*/ 1321122 w 1339053"/>
                <a:gd name="connsiteY14" fmla="*/ 4473630 h 6858000"/>
                <a:gd name="connsiteX15" fmla="*/ 1302196 w 1339053"/>
                <a:gd name="connsiteY15" fmla="*/ 4791709 h 6858000"/>
                <a:gd name="connsiteX16" fmla="*/ 1293239 w 1339053"/>
                <a:gd name="connsiteY16" fmla="*/ 4860048 h 6858000"/>
                <a:gd name="connsiteX17" fmla="*/ 1288829 w 1339053"/>
                <a:gd name="connsiteY17" fmla="*/ 5039837 h 6858000"/>
                <a:gd name="connsiteX18" fmla="*/ 1289584 w 1339053"/>
                <a:gd name="connsiteY18" fmla="*/ 5148703 h 6858000"/>
                <a:gd name="connsiteX19" fmla="*/ 1282205 w 1339053"/>
                <a:gd name="connsiteY19" fmla="*/ 5236435 h 6858000"/>
                <a:gd name="connsiteX20" fmla="*/ 1268145 w 1339053"/>
                <a:gd name="connsiteY20" fmla="*/ 5311662 h 6858000"/>
                <a:gd name="connsiteX21" fmla="*/ 1250547 w 1339053"/>
                <a:gd name="connsiteY21" fmla="*/ 5515595 h 6858000"/>
                <a:gd name="connsiteX22" fmla="*/ 1243323 w 1339053"/>
                <a:gd name="connsiteY22" fmla="*/ 5596885 h 6858000"/>
                <a:gd name="connsiteX23" fmla="*/ 1238303 w 1339053"/>
                <a:gd name="connsiteY23" fmla="*/ 5812036 h 6858000"/>
                <a:gd name="connsiteX24" fmla="*/ 1223551 w 1339053"/>
                <a:gd name="connsiteY24" fmla="*/ 5991171 h 6858000"/>
                <a:gd name="connsiteX25" fmla="*/ 1219699 w 1339053"/>
                <a:gd name="connsiteY25" fmla="*/ 6066726 h 6858000"/>
                <a:gd name="connsiteX26" fmla="*/ 1199935 w 1339053"/>
                <a:gd name="connsiteY26" fmla="*/ 6236130 h 6858000"/>
                <a:gd name="connsiteX27" fmla="*/ 1192857 w 1339053"/>
                <a:gd name="connsiteY27" fmla="*/ 6333267 h 6858000"/>
                <a:gd name="connsiteX28" fmla="*/ 1148174 w 1339053"/>
                <a:gd name="connsiteY28" fmla="*/ 6561849 h 6858000"/>
                <a:gd name="connsiteX29" fmla="*/ 1100424 w 1339053"/>
                <a:gd name="connsiteY29" fmla="*/ 6797385 h 6858000"/>
                <a:gd name="connsiteX30" fmla="*/ 1085621 w 1339053"/>
                <a:gd name="connsiteY30" fmla="*/ 6858000 h 6858000"/>
                <a:gd name="connsiteX31" fmla="*/ 932341 w 1339053"/>
                <a:gd name="connsiteY31" fmla="*/ 6858000 h 6858000"/>
                <a:gd name="connsiteX32" fmla="*/ 944496 w 1339053"/>
                <a:gd name="connsiteY32" fmla="*/ 6829656 h 6858000"/>
                <a:gd name="connsiteX33" fmla="*/ 913239 w 1339053"/>
                <a:gd name="connsiteY33" fmla="*/ 6720119 h 6858000"/>
                <a:gd name="connsiteX34" fmla="*/ 870682 w 1339053"/>
                <a:gd name="connsiteY34" fmla="*/ 6655346 h 6858000"/>
                <a:gd name="connsiteX35" fmla="*/ 846442 w 1339053"/>
                <a:gd name="connsiteY35" fmla="*/ 6498594 h 6858000"/>
                <a:gd name="connsiteX36" fmla="*/ 881150 w 1339053"/>
                <a:gd name="connsiteY36" fmla="*/ 6473756 h 6858000"/>
                <a:gd name="connsiteX37" fmla="*/ 922470 w 1339053"/>
                <a:gd name="connsiteY37" fmla="*/ 6377035 h 6858000"/>
                <a:gd name="connsiteX38" fmla="*/ 955039 w 1339053"/>
                <a:gd name="connsiteY38" fmla="*/ 6268585 h 6858000"/>
                <a:gd name="connsiteX39" fmla="*/ 1024350 w 1339053"/>
                <a:gd name="connsiteY39" fmla="*/ 6083443 h 6858000"/>
                <a:gd name="connsiteX40" fmla="*/ 999696 w 1339053"/>
                <a:gd name="connsiteY40" fmla="*/ 5938416 h 6858000"/>
                <a:gd name="connsiteX41" fmla="*/ 988342 w 1339053"/>
                <a:gd name="connsiteY41" fmla="*/ 5882426 h 6858000"/>
                <a:gd name="connsiteX42" fmla="*/ 985444 w 1339053"/>
                <a:gd name="connsiteY42" fmla="*/ 5832438 h 6858000"/>
                <a:gd name="connsiteX43" fmla="*/ 992016 w 1339053"/>
                <a:gd name="connsiteY43" fmla="*/ 5777751 h 6858000"/>
                <a:gd name="connsiteX44" fmla="*/ 995028 w 1339053"/>
                <a:gd name="connsiteY44" fmla="*/ 5641832 h 6858000"/>
                <a:gd name="connsiteX45" fmla="*/ 981247 w 1339053"/>
                <a:gd name="connsiteY45" fmla="*/ 5562522 h 6858000"/>
                <a:gd name="connsiteX46" fmla="*/ 995131 w 1339053"/>
                <a:gd name="connsiteY46" fmla="*/ 5398075 h 6858000"/>
                <a:gd name="connsiteX47" fmla="*/ 997379 w 1339053"/>
                <a:gd name="connsiteY47" fmla="*/ 5283928 h 6858000"/>
                <a:gd name="connsiteX48" fmla="*/ 979617 w 1339053"/>
                <a:gd name="connsiteY48" fmla="*/ 5157396 h 6858000"/>
                <a:gd name="connsiteX49" fmla="*/ 976441 w 1339053"/>
                <a:gd name="connsiteY49" fmla="*/ 5139485 h 6858000"/>
                <a:gd name="connsiteX50" fmla="*/ 953793 w 1339053"/>
                <a:gd name="connsiteY50" fmla="*/ 5091862 h 6858000"/>
                <a:gd name="connsiteX51" fmla="*/ 853056 w 1339053"/>
                <a:gd name="connsiteY51" fmla="*/ 5001787 h 6858000"/>
                <a:gd name="connsiteX52" fmla="*/ 833979 w 1339053"/>
                <a:gd name="connsiteY52" fmla="*/ 4978966 h 6858000"/>
                <a:gd name="connsiteX53" fmla="*/ 796995 w 1339053"/>
                <a:gd name="connsiteY53" fmla="*/ 4813768 h 6858000"/>
                <a:gd name="connsiteX54" fmla="*/ 820590 w 1339053"/>
                <a:gd name="connsiteY54" fmla="*/ 4764057 h 6858000"/>
                <a:gd name="connsiteX55" fmla="*/ 864688 w 1339053"/>
                <a:gd name="connsiteY55" fmla="*/ 4714752 h 6858000"/>
                <a:gd name="connsiteX56" fmla="*/ 910485 w 1339053"/>
                <a:gd name="connsiteY56" fmla="*/ 4590911 h 6858000"/>
                <a:gd name="connsiteX57" fmla="*/ 911445 w 1339053"/>
                <a:gd name="connsiteY57" fmla="*/ 4539571 h 6858000"/>
                <a:gd name="connsiteX58" fmla="*/ 900285 w 1339053"/>
                <a:gd name="connsiteY58" fmla="*/ 4445837 h 6858000"/>
                <a:gd name="connsiteX59" fmla="*/ 863237 w 1339053"/>
                <a:gd name="connsiteY59" fmla="*/ 4364703 h 6858000"/>
                <a:gd name="connsiteX60" fmla="*/ 798070 w 1339053"/>
                <a:gd name="connsiteY60" fmla="*/ 4243284 h 6858000"/>
                <a:gd name="connsiteX61" fmla="*/ 817097 w 1339053"/>
                <a:gd name="connsiteY61" fmla="*/ 4054750 h 6858000"/>
                <a:gd name="connsiteX62" fmla="*/ 826251 w 1339053"/>
                <a:gd name="connsiteY62" fmla="*/ 3982801 h 6858000"/>
                <a:gd name="connsiteX63" fmla="*/ 836848 w 1339053"/>
                <a:gd name="connsiteY63" fmla="*/ 3784939 h 6858000"/>
                <a:gd name="connsiteX64" fmla="*/ 841285 w 1339053"/>
                <a:gd name="connsiteY64" fmla="*/ 3766755 h 6858000"/>
                <a:gd name="connsiteX65" fmla="*/ 841284 w 1339053"/>
                <a:gd name="connsiteY65" fmla="*/ 3766755 h 6858000"/>
                <a:gd name="connsiteX66" fmla="*/ 852925 w 1339053"/>
                <a:gd name="connsiteY66" fmla="*/ 3719034 h 6858000"/>
                <a:gd name="connsiteX67" fmla="*/ 857932 w 1339053"/>
                <a:gd name="connsiteY67" fmla="*/ 3696880 h 6858000"/>
                <a:gd name="connsiteX68" fmla="*/ 853534 w 1339053"/>
                <a:gd name="connsiteY68" fmla="*/ 3507036 h 6858000"/>
                <a:gd name="connsiteX69" fmla="*/ 850226 w 1339053"/>
                <a:gd name="connsiteY69" fmla="*/ 3485839 h 6858000"/>
                <a:gd name="connsiteX70" fmla="*/ 0 w 1339053"/>
                <a:gd name="connsiteY70" fmla="*/ 0 h 6858000"/>
                <a:gd name="connsiteX71" fmla="*/ 455609 w 1339053"/>
                <a:gd name="connsiteY71" fmla="*/ 0 h 6858000"/>
                <a:gd name="connsiteX72" fmla="*/ 459171 w 1339053"/>
                <a:gd name="connsiteY72" fmla="*/ 72395 h 6858000"/>
                <a:gd name="connsiteX73" fmla="*/ 460041 w 1339053"/>
                <a:gd name="connsiteY73" fmla="*/ 131917 h 6858000"/>
                <a:gd name="connsiteX74" fmla="*/ 504421 w 1339053"/>
                <a:gd name="connsiteY74" fmla="*/ 389691 h 6858000"/>
                <a:gd name="connsiteX75" fmla="*/ 582097 w 1339053"/>
                <a:gd name="connsiteY75" fmla="*/ 634609 h 6858000"/>
                <a:gd name="connsiteX76" fmla="*/ 702468 w 1339053"/>
                <a:gd name="connsiteY76" fmla="*/ 834019 h 6858000"/>
                <a:gd name="connsiteX77" fmla="*/ 729203 w 1339053"/>
                <a:gd name="connsiteY77" fmla="*/ 887701 h 6858000"/>
                <a:gd name="connsiteX78" fmla="*/ 743787 w 1339053"/>
                <a:gd name="connsiteY78" fmla="*/ 1016355 h 6858000"/>
                <a:gd name="connsiteX79" fmla="*/ 750083 w 1339053"/>
                <a:gd name="connsiteY79" fmla="*/ 1128060 h 6858000"/>
                <a:gd name="connsiteX80" fmla="*/ 768866 w 1339053"/>
                <a:gd name="connsiteY80" fmla="*/ 1213431 h 6858000"/>
                <a:gd name="connsiteX81" fmla="*/ 787802 w 1339053"/>
                <a:gd name="connsiteY81" fmla="*/ 1286432 h 6858000"/>
                <a:gd name="connsiteX82" fmla="*/ 842837 w 1339053"/>
                <a:gd name="connsiteY82" fmla="*/ 1455511 h 6858000"/>
                <a:gd name="connsiteX83" fmla="*/ 877988 w 1339053"/>
                <a:gd name="connsiteY83" fmla="*/ 1634814 h 6858000"/>
                <a:gd name="connsiteX84" fmla="*/ 941063 w 1339053"/>
                <a:gd name="connsiteY84" fmla="*/ 1789731 h 6858000"/>
                <a:gd name="connsiteX85" fmla="*/ 980124 w 1339053"/>
                <a:gd name="connsiteY85" fmla="*/ 1857657 h 6858000"/>
                <a:gd name="connsiteX86" fmla="*/ 984484 w 1339053"/>
                <a:gd name="connsiteY86" fmla="*/ 1976384 h 6858000"/>
                <a:gd name="connsiteX87" fmla="*/ 1007189 w 1339053"/>
                <a:gd name="connsiteY87" fmla="*/ 2110650 h 6858000"/>
                <a:gd name="connsiteX88" fmla="*/ 1039893 w 1339053"/>
                <a:gd name="connsiteY88" fmla="*/ 2211041 h 6858000"/>
                <a:gd name="connsiteX89" fmla="*/ 1059162 w 1339053"/>
                <a:gd name="connsiteY89" fmla="*/ 2286682 h 6858000"/>
                <a:gd name="connsiteX90" fmla="*/ 1070522 w 1339053"/>
                <a:gd name="connsiteY90" fmla="*/ 2388667 h 6858000"/>
                <a:gd name="connsiteX91" fmla="*/ 1093939 w 1339053"/>
                <a:gd name="connsiteY91" fmla="*/ 2494653 h 6858000"/>
                <a:gd name="connsiteX92" fmla="*/ 1112007 w 1339053"/>
                <a:gd name="connsiteY92" fmla="*/ 2548197 h 6858000"/>
                <a:gd name="connsiteX93" fmla="*/ 1138346 w 1339053"/>
                <a:gd name="connsiteY93" fmla="*/ 2649163 h 6858000"/>
                <a:gd name="connsiteX94" fmla="*/ 1160337 w 1339053"/>
                <a:gd name="connsiteY94" fmla="*/ 2751608 h 6858000"/>
                <a:gd name="connsiteX95" fmla="*/ 1165737 w 1339053"/>
                <a:gd name="connsiteY95" fmla="*/ 2933012 h 6858000"/>
                <a:gd name="connsiteX96" fmla="*/ 1202029 w 1339053"/>
                <a:gd name="connsiteY96" fmla="*/ 3107873 h 6858000"/>
                <a:gd name="connsiteX97" fmla="*/ 1225692 w 1339053"/>
                <a:gd name="connsiteY97" fmla="*/ 3244974 h 6858000"/>
                <a:gd name="connsiteX98" fmla="*/ 1243916 w 1339053"/>
                <a:gd name="connsiteY98" fmla="*/ 3326221 h 6858000"/>
                <a:gd name="connsiteX99" fmla="*/ 1293067 w 1339053"/>
                <a:gd name="connsiteY99" fmla="*/ 3480219 h 6858000"/>
                <a:gd name="connsiteX100" fmla="*/ 1308071 w 1339053"/>
                <a:gd name="connsiteY100" fmla="*/ 3585182 h 6858000"/>
                <a:gd name="connsiteX101" fmla="*/ 1295962 w 1339053"/>
                <a:gd name="connsiteY101" fmla="*/ 3584708 h 6858000"/>
                <a:gd name="connsiteX102" fmla="*/ 1118893 w 1339053"/>
                <a:gd name="connsiteY102" fmla="*/ 3568330 h 6858000"/>
                <a:gd name="connsiteX103" fmla="*/ 1094179 w 1339053"/>
                <a:gd name="connsiteY103" fmla="*/ 3567566 h 6858000"/>
                <a:gd name="connsiteX104" fmla="*/ 922719 w 1339053"/>
                <a:gd name="connsiteY104" fmla="*/ 3516472 h 6858000"/>
                <a:gd name="connsiteX105" fmla="*/ 877028 w 1339053"/>
                <a:gd name="connsiteY105" fmla="*/ 3490955 h 6858000"/>
                <a:gd name="connsiteX106" fmla="*/ 850533 w 1339053"/>
                <a:gd name="connsiteY106" fmla="*/ 3481837 h 6858000"/>
                <a:gd name="connsiteX107" fmla="*/ 852113 w 1339053"/>
                <a:gd name="connsiteY107" fmla="*/ 3461170 h 6858000"/>
                <a:gd name="connsiteX108" fmla="*/ 831383 w 1339053"/>
                <a:gd name="connsiteY108" fmla="*/ 3399179 h 6858000"/>
                <a:gd name="connsiteX109" fmla="*/ 743141 w 1339053"/>
                <a:gd name="connsiteY109" fmla="*/ 3320580 h 6858000"/>
                <a:gd name="connsiteX110" fmla="*/ 713221 w 1339053"/>
                <a:gd name="connsiteY110" fmla="*/ 3251241 h 6858000"/>
                <a:gd name="connsiteX111" fmla="*/ 697098 w 1339053"/>
                <a:gd name="connsiteY111" fmla="*/ 3202528 h 6858000"/>
                <a:gd name="connsiteX112" fmla="*/ 664820 w 1339053"/>
                <a:gd name="connsiteY112" fmla="*/ 3154190 h 6858000"/>
                <a:gd name="connsiteX113" fmla="*/ 572501 w 1339053"/>
                <a:gd name="connsiteY113" fmla="*/ 3087312 h 6858000"/>
                <a:gd name="connsiteX114" fmla="*/ 497703 w 1339053"/>
                <a:gd name="connsiteY114" fmla="*/ 3005243 h 6858000"/>
                <a:gd name="connsiteX115" fmla="*/ 476984 w 1339053"/>
                <a:gd name="connsiteY115" fmla="*/ 2892751 h 6858000"/>
                <a:gd name="connsiteX116" fmla="*/ 468947 w 1339053"/>
                <a:gd name="connsiteY116" fmla="*/ 2824527 h 6858000"/>
                <a:gd name="connsiteX117" fmla="*/ 569138 w 1339053"/>
                <a:gd name="connsiteY117" fmla="*/ 2595026 h 6858000"/>
                <a:gd name="connsiteX118" fmla="*/ 645397 w 1339053"/>
                <a:gd name="connsiteY118" fmla="*/ 2440808 h 6858000"/>
                <a:gd name="connsiteX119" fmla="*/ 651820 w 1339053"/>
                <a:gd name="connsiteY119" fmla="*/ 2384384 h 6858000"/>
                <a:gd name="connsiteX120" fmla="*/ 612994 w 1339053"/>
                <a:gd name="connsiteY120" fmla="*/ 2207332 h 6858000"/>
                <a:gd name="connsiteX121" fmla="*/ 620894 w 1339053"/>
                <a:gd name="connsiteY121" fmla="*/ 2046679 h 6858000"/>
                <a:gd name="connsiteX122" fmla="*/ 644614 w 1339053"/>
                <a:gd name="connsiteY122" fmla="*/ 1931265 h 6858000"/>
                <a:gd name="connsiteX123" fmla="*/ 665994 w 1339053"/>
                <a:gd name="connsiteY123" fmla="*/ 1832337 h 6858000"/>
                <a:gd name="connsiteX124" fmla="*/ 678276 w 1339053"/>
                <a:gd name="connsiteY124" fmla="*/ 1709437 h 6858000"/>
                <a:gd name="connsiteX125" fmla="*/ 672955 w 1339053"/>
                <a:gd name="connsiteY125" fmla="*/ 1636123 h 6858000"/>
                <a:gd name="connsiteX126" fmla="*/ 668480 w 1339053"/>
                <a:gd name="connsiteY126" fmla="*/ 1520749 h 6858000"/>
                <a:gd name="connsiteX127" fmla="*/ 653920 w 1339053"/>
                <a:gd name="connsiteY127" fmla="*/ 1399437 h 6858000"/>
                <a:gd name="connsiteX128" fmla="*/ 612686 w 1339053"/>
                <a:gd name="connsiteY128" fmla="*/ 1296979 h 6858000"/>
                <a:gd name="connsiteX129" fmla="*/ 570220 w 1339053"/>
                <a:gd name="connsiteY129" fmla="*/ 1235618 h 6858000"/>
                <a:gd name="connsiteX130" fmla="*/ 529736 w 1339053"/>
                <a:gd name="connsiteY130" fmla="*/ 1081752 h 6858000"/>
                <a:gd name="connsiteX131" fmla="*/ 414305 w 1339053"/>
                <a:gd name="connsiteY131" fmla="*/ 918292 h 6858000"/>
                <a:gd name="connsiteX132" fmla="*/ 373924 w 1339053"/>
                <a:gd name="connsiteY132" fmla="*/ 825689 h 6858000"/>
                <a:gd name="connsiteX133" fmla="*/ 368949 w 1339053"/>
                <a:gd name="connsiteY133" fmla="*/ 778726 h 6858000"/>
                <a:gd name="connsiteX134" fmla="*/ 347020 w 1339053"/>
                <a:gd name="connsiteY134" fmla="*/ 694643 h 6858000"/>
                <a:gd name="connsiteX135" fmla="*/ 327478 w 1339053"/>
                <a:gd name="connsiteY135" fmla="*/ 642898 h 6858000"/>
                <a:gd name="connsiteX136" fmla="*/ 243468 w 1339053"/>
                <a:gd name="connsiteY136" fmla="*/ 491960 h 6858000"/>
                <a:gd name="connsiteX137" fmla="*/ 218930 w 1339053"/>
                <a:gd name="connsiteY137" fmla="*/ 446010 h 6858000"/>
                <a:gd name="connsiteX138" fmla="*/ 180614 w 1339053"/>
                <a:gd name="connsiteY138" fmla="*/ 354892 h 6858000"/>
                <a:gd name="connsiteX139" fmla="*/ 171988 w 1339053"/>
                <a:gd name="connsiteY139" fmla="*/ 317521 h 6858000"/>
                <a:gd name="connsiteX140" fmla="*/ 139875 w 1339053"/>
                <a:gd name="connsiteY140" fmla="*/ 246378 h 6858000"/>
                <a:gd name="connsiteX141" fmla="*/ 51499 w 1339053"/>
                <a:gd name="connsiteY141" fmla="*/ 73211 h 6858000"/>
                <a:gd name="connsiteX142" fmla="*/ 19690 w 1339053"/>
                <a:gd name="connsiteY142" fmla="*/ 3662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1339053" h="6858000">
                  <a:moveTo>
                    <a:pt x="850532" y="3481838"/>
                  </a:moveTo>
                  <a:lnTo>
                    <a:pt x="877027" y="3490955"/>
                  </a:lnTo>
                  <a:cubicBezTo>
                    <a:pt x="892941" y="3497986"/>
                    <a:pt x="908176" y="3506416"/>
                    <a:pt x="922718" y="3516472"/>
                  </a:cubicBezTo>
                  <a:cubicBezTo>
                    <a:pt x="967062" y="3547282"/>
                    <a:pt x="1027547" y="3564030"/>
                    <a:pt x="1094179" y="3567567"/>
                  </a:cubicBezTo>
                  <a:cubicBezTo>
                    <a:pt x="1102515" y="3567965"/>
                    <a:pt x="1113434" y="3565936"/>
                    <a:pt x="1118891" y="3568331"/>
                  </a:cubicBezTo>
                  <a:cubicBezTo>
                    <a:pt x="1180628" y="3594888"/>
                    <a:pt x="1237753" y="3586304"/>
                    <a:pt x="1295961" y="3584709"/>
                  </a:cubicBezTo>
                  <a:lnTo>
                    <a:pt x="1308070" y="3585183"/>
                  </a:lnTo>
                  <a:lnTo>
                    <a:pt x="1325263" y="3705453"/>
                  </a:lnTo>
                  <a:cubicBezTo>
                    <a:pt x="1328254" y="3727679"/>
                    <a:pt x="1331526" y="3749922"/>
                    <a:pt x="1334107" y="3772268"/>
                  </a:cubicBezTo>
                  <a:lnTo>
                    <a:pt x="1338203" y="3831076"/>
                  </a:lnTo>
                  <a:lnTo>
                    <a:pt x="1338805" y="3839709"/>
                  </a:lnTo>
                  <a:cubicBezTo>
                    <a:pt x="1339996" y="3932341"/>
                    <a:pt x="1336568" y="4025809"/>
                    <a:pt x="1335635" y="4118635"/>
                  </a:cubicBezTo>
                  <a:cubicBezTo>
                    <a:pt x="1335202" y="4148976"/>
                    <a:pt x="1338805" y="4178868"/>
                    <a:pt x="1337171" y="4209403"/>
                  </a:cubicBezTo>
                  <a:cubicBezTo>
                    <a:pt x="1335445" y="4242449"/>
                    <a:pt x="1327565" y="4276129"/>
                    <a:pt x="1325840" y="4309174"/>
                  </a:cubicBezTo>
                  <a:cubicBezTo>
                    <a:pt x="1322853" y="4364122"/>
                    <a:pt x="1323899" y="4418621"/>
                    <a:pt x="1321122" y="4473630"/>
                  </a:cubicBezTo>
                  <a:cubicBezTo>
                    <a:pt x="1315632" y="4579723"/>
                    <a:pt x="1309019" y="4685750"/>
                    <a:pt x="1302196" y="4791709"/>
                  </a:cubicBezTo>
                  <a:cubicBezTo>
                    <a:pt x="1300696" y="4814383"/>
                    <a:pt x="1294244" y="4837504"/>
                    <a:pt x="1293239" y="4860048"/>
                  </a:cubicBezTo>
                  <a:cubicBezTo>
                    <a:pt x="1290785" y="4919957"/>
                    <a:pt x="1289660" y="4979994"/>
                    <a:pt x="1288829" y="5039837"/>
                  </a:cubicBezTo>
                  <a:cubicBezTo>
                    <a:pt x="1288401" y="5076103"/>
                    <a:pt x="1290512" y="5112310"/>
                    <a:pt x="1289584" y="5148703"/>
                  </a:cubicBezTo>
                  <a:cubicBezTo>
                    <a:pt x="1288845" y="5177820"/>
                    <a:pt x="1286193" y="5207193"/>
                    <a:pt x="1282205" y="5236435"/>
                  </a:cubicBezTo>
                  <a:cubicBezTo>
                    <a:pt x="1278784" y="5261619"/>
                    <a:pt x="1270649" y="5286477"/>
                    <a:pt x="1268145" y="5311662"/>
                  </a:cubicBezTo>
                  <a:cubicBezTo>
                    <a:pt x="1261308" y="5379812"/>
                    <a:pt x="1256387" y="5447703"/>
                    <a:pt x="1250547" y="5515595"/>
                  </a:cubicBezTo>
                  <a:cubicBezTo>
                    <a:pt x="1248113" y="5542776"/>
                    <a:pt x="1244054" y="5570023"/>
                    <a:pt x="1243323" y="5596885"/>
                  </a:cubicBezTo>
                  <a:cubicBezTo>
                    <a:pt x="1241082" y="5668709"/>
                    <a:pt x="1241668" y="5740276"/>
                    <a:pt x="1238303" y="5812036"/>
                  </a:cubicBezTo>
                  <a:cubicBezTo>
                    <a:pt x="1235508" y="5871554"/>
                    <a:pt x="1228259" y="5931392"/>
                    <a:pt x="1223551" y="5991171"/>
                  </a:cubicBezTo>
                  <a:cubicBezTo>
                    <a:pt x="1221675" y="6016549"/>
                    <a:pt x="1222415" y="6041609"/>
                    <a:pt x="1219699" y="6066726"/>
                  </a:cubicBezTo>
                  <a:cubicBezTo>
                    <a:pt x="1213776" y="6123024"/>
                    <a:pt x="1205938" y="6179576"/>
                    <a:pt x="1199935" y="6236130"/>
                  </a:cubicBezTo>
                  <a:cubicBezTo>
                    <a:pt x="1196614" y="6268403"/>
                    <a:pt x="1198425" y="6301127"/>
                    <a:pt x="1192857" y="6333267"/>
                  </a:cubicBezTo>
                  <a:cubicBezTo>
                    <a:pt x="1179603" y="6409590"/>
                    <a:pt x="1163470" y="6485591"/>
                    <a:pt x="1148174" y="6561849"/>
                  </a:cubicBezTo>
                  <a:cubicBezTo>
                    <a:pt x="1132370" y="6640486"/>
                    <a:pt x="1117066" y="6719000"/>
                    <a:pt x="1100424" y="6797385"/>
                  </a:cubicBezTo>
                  <a:lnTo>
                    <a:pt x="1085621" y="6858000"/>
                  </a:lnTo>
                  <a:lnTo>
                    <a:pt x="932341" y="6858000"/>
                  </a:lnTo>
                  <a:lnTo>
                    <a:pt x="944496" y="6829656"/>
                  </a:lnTo>
                  <a:cubicBezTo>
                    <a:pt x="964836" y="6776399"/>
                    <a:pt x="953622" y="6744439"/>
                    <a:pt x="913239" y="6720119"/>
                  </a:cubicBezTo>
                  <a:cubicBezTo>
                    <a:pt x="890880" y="6706443"/>
                    <a:pt x="866986" y="6690318"/>
                    <a:pt x="870682" y="6655346"/>
                  </a:cubicBezTo>
                  <a:cubicBezTo>
                    <a:pt x="876846" y="6598274"/>
                    <a:pt x="889503" y="6540954"/>
                    <a:pt x="846442" y="6498594"/>
                  </a:cubicBezTo>
                  <a:cubicBezTo>
                    <a:pt x="862273" y="6487399"/>
                    <a:pt x="871751" y="6480449"/>
                    <a:pt x="881150" y="6473756"/>
                  </a:cubicBezTo>
                  <a:cubicBezTo>
                    <a:pt x="907245" y="6455292"/>
                    <a:pt x="930705" y="6407516"/>
                    <a:pt x="922470" y="6377035"/>
                  </a:cubicBezTo>
                  <a:cubicBezTo>
                    <a:pt x="910652" y="6332192"/>
                    <a:pt x="925705" y="6299028"/>
                    <a:pt x="955039" y="6268585"/>
                  </a:cubicBezTo>
                  <a:cubicBezTo>
                    <a:pt x="1003777" y="6217606"/>
                    <a:pt x="1017630" y="6148240"/>
                    <a:pt x="1024350" y="6083443"/>
                  </a:cubicBezTo>
                  <a:cubicBezTo>
                    <a:pt x="1029590" y="6034553"/>
                    <a:pt x="1028255" y="5980246"/>
                    <a:pt x="999696" y="5938416"/>
                  </a:cubicBezTo>
                  <a:cubicBezTo>
                    <a:pt x="990505" y="5925141"/>
                    <a:pt x="991039" y="5901884"/>
                    <a:pt x="988342" y="5882426"/>
                  </a:cubicBezTo>
                  <a:cubicBezTo>
                    <a:pt x="986229" y="5866254"/>
                    <a:pt x="984774" y="5849442"/>
                    <a:pt x="985444" y="5832438"/>
                  </a:cubicBezTo>
                  <a:cubicBezTo>
                    <a:pt x="986010" y="5814273"/>
                    <a:pt x="985042" y="5793656"/>
                    <a:pt x="992016" y="5777751"/>
                  </a:cubicBezTo>
                  <a:cubicBezTo>
                    <a:pt x="1012886" y="5729456"/>
                    <a:pt x="1014467" y="5686488"/>
                    <a:pt x="995028" y="5641832"/>
                  </a:cubicBezTo>
                  <a:cubicBezTo>
                    <a:pt x="984984" y="5618696"/>
                    <a:pt x="974301" y="5585771"/>
                    <a:pt x="981247" y="5562522"/>
                  </a:cubicBezTo>
                  <a:cubicBezTo>
                    <a:pt x="998041" y="5505913"/>
                    <a:pt x="997454" y="5454379"/>
                    <a:pt x="995131" y="5398075"/>
                  </a:cubicBezTo>
                  <a:cubicBezTo>
                    <a:pt x="993724" y="5361807"/>
                    <a:pt x="997229" y="5322258"/>
                    <a:pt x="997379" y="5283928"/>
                  </a:cubicBezTo>
                  <a:cubicBezTo>
                    <a:pt x="997473" y="5239095"/>
                    <a:pt x="1006631" y="5193105"/>
                    <a:pt x="979617" y="5157396"/>
                  </a:cubicBezTo>
                  <a:cubicBezTo>
                    <a:pt x="976728" y="5153402"/>
                    <a:pt x="978724" y="5144705"/>
                    <a:pt x="976441" y="5139485"/>
                  </a:cubicBezTo>
                  <a:cubicBezTo>
                    <a:pt x="969619" y="5122991"/>
                    <a:pt x="964828" y="5102888"/>
                    <a:pt x="953793" y="5091862"/>
                  </a:cubicBezTo>
                  <a:cubicBezTo>
                    <a:pt x="921506" y="5059884"/>
                    <a:pt x="886609" y="5031900"/>
                    <a:pt x="853056" y="5001787"/>
                  </a:cubicBezTo>
                  <a:cubicBezTo>
                    <a:pt x="845882" y="4995337"/>
                    <a:pt x="836325" y="4988437"/>
                    <a:pt x="833979" y="4978966"/>
                  </a:cubicBezTo>
                  <a:cubicBezTo>
                    <a:pt x="820602" y="4924328"/>
                    <a:pt x="808509" y="4869239"/>
                    <a:pt x="796995" y="4813768"/>
                  </a:cubicBezTo>
                  <a:cubicBezTo>
                    <a:pt x="792418" y="4791474"/>
                    <a:pt x="803209" y="4777314"/>
                    <a:pt x="820590" y="4764057"/>
                  </a:cubicBezTo>
                  <a:cubicBezTo>
                    <a:pt x="837188" y="4751123"/>
                    <a:pt x="855398" y="4734452"/>
                    <a:pt x="864688" y="4714752"/>
                  </a:cubicBezTo>
                  <a:cubicBezTo>
                    <a:pt x="883062" y="4675275"/>
                    <a:pt x="897521" y="4632902"/>
                    <a:pt x="910485" y="4590911"/>
                  </a:cubicBezTo>
                  <a:cubicBezTo>
                    <a:pt x="915338" y="4575199"/>
                    <a:pt x="912978" y="4556131"/>
                    <a:pt x="911445" y="4539571"/>
                  </a:cubicBezTo>
                  <a:cubicBezTo>
                    <a:pt x="908527" y="4508200"/>
                    <a:pt x="900999" y="4477659"/>
                    <a:pt x="900285" y="4445837"/>
                  </a:cubicBezTo>
                  <a:cubicBezTo>
                    <a:pt x="899539" y="4408923"/>
                    <a:pt x="887958" y="4383340"/>
                    <a:pt x="863237" y="4364703"/>
                  </a:cubicBezTo>
                  <a:cubicBezTo>
                    <a:pt x="826431" y="4336971"/>
                    <a:pt x="808536" y="4292507"/>
                    <a:pt x="798070" y="4243284"/>
                  </a:cubicBezTo>
                  <a:cubicBezTo>
                    <a:pt x="784617" y="4180721"/>
                    <a:pt x="805728" y="4117545"/>
                    <a:pt x="817097" y="4054750"/>
                  </a:cubicBezTo>
                  <a:cubicBezTo>
                    <a:pt x="821537" y="4030724"/>
                    <a:pt x="826632" y="4006057"/>
                    <a:pt x="826251" y="3982801"/>
                  </a:cubicBezTo>
                  <a:cubicBezTo>
                    <a:pt x="825347" y="3916709"/>
                    <a:pt x="825150" y="3850833"/>
                    <a:pt x="836848" y="3784939"/>
                  </a:cubicBezTo>
                  <a:lnTo>
                    <a:pt x="841285" y="3766755"/>
                  </a:lnTo>
                  <a:lnTo>
                    <a:pt x="841284" y="3766755"/>
                  </a:lnTo>
                  <a:lnTo>
                    <a:pt x="852925" y="3719034"/>
                  </a:lnTo>
                  <a:cubicBezTo>
                    <a:pt x="855152" y="3711822"/>
                    <a:pt x="856753" y="3704413"/>
                    <a:pt x="857932" y="3696880"/>
                  </a:cubicBezTo>
                  <a:cubicBezTo>
                    <a:pt x="868683" y="3631632"/>
                    <a:pt x="885300" y="3565939"/>
                    <a:pt x="853534" y="3507036"/>
                  </a:cubicBezTo>
                  <a:cubicBezTo>
                    <a:pt x="850623" y="3501622"/>
                    <a:pt x="849992" y="3494020"/>
                    <a:pt x="850226" y="3485839"/>
                  </a:cubicBezTo>
                  <a:close/>
                  <a:moveTo>
                    <a:pt x="0" y="0"/>
                  </a:moveTo>
                  <a:lnTo>
                    <a:pt x="455609" y="0"/>
                  </a:lnTo>
                  <a:lnTo>
                    <a:pt x="459171" y="72395"/>
                  </a:lnTo>
                  <a:cubicBezTo>
                    <a:pt x="459671" y="92301"/>
                    <a:pt x="456894" y="113171"/>
                    <a:pt x="460041" y="131917"/>
                  </a:cubicBezTo>
                  <a:cubicBezTo>
                    <a:pt x="474213" y="218122"/>
                    <a:pt x="492031" y="302910"/>
                    <a:pt x="504421" y="389691"/>
                  </a:cubicBezTo>
                  <a:cubicBezTo>
                    <a:pt x="517349" y="479177"/>
                    <a:pt x="539516" y="562489"/>
                    <a:pt x="582097" y="634609"/>
                  </a:cubicBezTo>
                  <a:cubicBezTo>
                    <a:pt x="621686" y="701573"/>
                    <a:pt x="662589" y="767248"/>
                    <a:pt x="702468" y="834019"/>
                  </a:cubicBezTo>
                  <a:cubicBezTo>
                    <a:pt x="712587" y="850968"/>
                    <a:pt x="725536" y="867665"/>
                    <a:pt x="729203" y="887701"/>
                  </a:cubicBezTo>
                  <a:cubicBezTo>
                    <a:pt x="736973" y="929321"/>
                    <a:pt x="740155" y="973193"/>
                    <a:pt x="743787" y="1016355"/>
                  </a:cubicBezTo>
                  <a:cubicBezTo>
                    <a:pt x="746786" y="1053398"/>
                    <a:pt x="745800" y="1091467"/>
                    <a:pt x="750083" y="1128060"/>
                  </a:cubicBezTo>
                  <a:cubicBezTo>
                    <a:pt x="753428" y="1157309"/>
                    <a:pt x="762038" y="1185083"/>
                    <a:pt x="768866" y="1213431"/>
                  </a:cubicBezTo>
                  <a:cubicBezTo>
                    <a:pt x="774767" y="1238107"/>
                    <a:pt x="778357" y="1264327"/>
                    <a:pt x="787802" y="1286432"/>
                  </a:cubicBezTo>
                  <a:cubicBezTo>
                    <a:pt x="810582" y="1340304"/>
                    <a:pt x="832653" y="1394242"/>
                    <a:pt x="842837" y="1455511"/>
                  </a:cubicBezTo>
                  <a:cubicBezTo>
                    <a:pt x="853049" y="1515944"/>
                    <a:pt x="867276" y="1574511"/>
                    <a:pt x="877988" y="1634814"/>
                  </a:cubicBezTo>
                  <a:cubicBezTo>
                    <a:pt x="888390" y="1693895"/>
                    <a:pt x="902813" y="1748857"/>
                    <a:pt x="941063" y="1789731"/>
                  </a:cubicBezTo>
                  <a:cubicBezTo>
                    <a:pt x="957906" y="1807908"/>
                    <a:pt x="975122" y="1831564"/>
                    <a:pt x="980124" y="1857657"/>
                  </a:cubicBezTo>
                  <a:cubicBezTo>
                    <a:pt x="987207" y="1894833"/>
                    <a:pt x="980788" y="1937150"/>
                    <a:pt x="984484" y="1976384"/>
                  </a:cubicBezTo>
                  <a:cubicBezTo>
                    <a:pt x="988781" y="2022576"/>
                    <a:pt x="988793" y="2074493"/>
                    <a:pt x="1007189" y="2110650"/>
                  </a:cubicBezTo>
                  <a:cubicBezTo>
                    <a:pt x="1023612" y="2142809"/>
                    <a:pt x="1034723" y="2173610"/>
                    <a:pt x="1039893" y="2211041"/>
                  </a:cubicBezTo>
                  <a:cubicBezTo>
                    <a:pt x="1043484" y="2237261"/>
                    <a:pt x="1057690" y="2260269"/>
                    <a:pt x="1059162" y="2286682"/>
                  </a:cubicBezTo>
                  <a:cubicBezTo>
                    <a:pt x="1061252" y="2321469"/>
                    <a:pt x="1060754" y="2355740"/>
                    <a:pt x="1070522" y="2388667"/>
                  </a:cubicBezTo>
                  <a:cubicBezTo>
                    <a:pt x="1080600" y="2422815"/>
                    <a:pt x="1085513" y="2459602"/>
                    <a:pt x="1093939" y="2494653"/>
                  </a:cubicBezTo>
                  <a:cubicBezTo>
                    <a:pt x="1098500" y="2513273"/>
                    <a:pt x="1106866" y="2529964"/>
                    <a:pt x="1112007" y="2548197"/>
                  </a:cubicBezTo>
                  <a:cubicBezTo>
                    <a:pt x="1121409" y="2581573"/>
                    <a:pt x="1130232" y="2615336"/>
                    <a:pt x="1138346" y="2649163"/>
                  </a:cubicBezTo>
                  <a:cubicBezTo>
                    <a:pt x="1146465" y="2682988"/>
                    <a:pt x="1157699" y="2716368"/>
                    <a:pt x="1160337" y="2751608"/>
                  </a:cubicBezTo>
                  <a:cubicBezTo>
                    <a:pt x="1164714" y="2811646"/>
                    <a:pt x="1159211" y="2873999"/>
                    <a:pt x="1165737" y="2933012"/>
                  </a:cubicBezTo>
                  <a:cubicBezTo>
                    <a:pt x="1172445" y="2992925"/>
                    <a:pt x="1185964" y="3051556"/>
                    <a:pt x="1202029" y="3107873"/>
                  </a:cubicBezTo>
                  <a:cubicBezTo>
                    <a:pt x="1214635" y="3152396"/>
                    <a:pt x="1227749" y="3194534"/>
                    <a:pt x="1225692" y="3244974"/>
                  </a:cubicBezTo>
                  <a:cubicBezTo>
                    <a:pt x="1224565" y="3273123"/>
                    <a:pt x="1231196" y="3305079"/>
                    <a:pt x="1243916" y="3326221"/>
                  </a:cubicBezTo>
                  <a:cubicBezTo>
                    <a:pt x="1271701" y="3372044"/>
                    <a:pt x="1285247" y="3423911"/>
                    <a:pt x="1293067" y="3480219"/>
                  </a:cubicBezTo>
                  <a:lnTo>
                    <a:pt x="1308071" y="3585182"/>
                  </a:lnTo>
                  <a:lnTo>
                    <a:pt x="1295962" y="3584708"/>
                  </a:lnTo>
                  <a:cubicBezTo>
                    <a:pt x="1237754" y="3586303"/>
                    <a:pt x="1180629" y="3594888"/>
                    <a:pt x="1118893" y="3568330"/>
                  </a:cubicBezTo>
                  <a:cubicBezTo>
                    <a:pt x="1113435" y="3565936"/>
                    <a:pt x="1102517" y="3567964"/>
                    <a:pt x="1094179" y="3567566"/>
                  </a:cubicBezTo>
                  <a:cubicBezTo>
                    <a:pt x="1027548" y="3564029"/>
                    <a:pt x="967064" y="3547281"/>
                    <a:pt x="922719" y="3516472"/>
                  </a:cubicBezTo>
                  <a:cubicBezTo>
                    <a:pt x="908178" y="3506414"/>
                    <a:pt x="892942" y="3497984"/>
                    <a:pt x="877028" y="3490955"/>
                  </a:cubicBezTo>
                  <a:lnTo>
                    <a:pt x="850533" y="3481837"/>
                  </a:lnTo>
                  <a:lnTo>
                    <a:pt x="852113" y="3461170"/>
                  </a:lnTo>
                  <a:cubicBezTo>
                    <a:pt x="854391" y="3434500"/>
                    <a:pt x="848474" y="3414331"/>
                    <a:pt x="831383" y="3399179"/>
                  </a:cubicBezTo>
                  <a:cubicBezTo>
                    <a:pt x="801767" y="3373388"/>
                    <a:pt x="773654" y="3344957"/>
                    <a:pt x="743141" y="3320580"/>
                  </a:cubicBezTo>
                  <a:cubicBezTo>
                    <a:pt x="722236" y="3303685"/>
                    <a:pt x="714543" y="3281842"/>
                    <a:pt x="713221" y="3251241"/>
                  </a:cubicBezTo>
                  <a:cubicBezTo>
                    <a:pt x="712555" y="3234106"/>
                    <a:pt x="704768" y="3217029"/>
                    <a:pt x="697098" y="3202528"/>
                  </a:cubicBezTo>
                  <a:cubicBezTo>
                    <a:pt x="687845" y="3184997"/>
                    <a:pt x="672212" y="3172554"/>
                    <a:pt x="664820" y="3154190"/>
                  </a:cubicBezTo>
                  <a:cubicBezTo>
                    <a:pt x="646169" y="3109209"/>
                    <a:pt x="616744" y="3087991"/>
                    <a:pt x="572501" y="3087312"/>
                  </a:cubicBezTo>
                  <a:cubicBezTo>
                    <a:pt x="533259" y="3086763"/>
                    <a:pt x="493731" y="3044085"/>
                    <a:pt x="497703" y="3005243"/>
                  </a:cubicBezTo>
                  <a:cubicBezTo>
                    <a:pt x="502030" y="2962279"/>
                    <a:pt x="490540" y="2928257"/>
                    <a:pt x="476984" y="2892751"/>
                  </a:cubicBezTo>
                  <a:cubicBezTo>
                    <a:pt x="469363" y="2872905"/>
                    <a:pt x="465404" y="2847135"/>
                    <a:pt x="468947" y="2824527"/>
                  </a:cubicBezTo>
                  <a:cubicBezTo>
                    <a:pt x="482188" y="2738605"/>
                    <a:pt x="520979" y="2665650"/>
                    <a:pt x="569138" y="2595026"/>
                  </a:cubicBezTo>
                  <a:cubicBezTo>
                    <a:pt x="600577" y="2548865"/>
                    <a:pt x="622260" y="2493483"/>
                    <a:pt x="645397" y="2440808"/>
                  </a:cubicBezTo>
                  <a:cubicBezTo>
                    <a:pt x="652529" y="2424387"/>
                    <a:pt x="655029" y="2401457"/>
                    <a:pt x="651820" y="2384384"/>
                  </a:cubicBezTo>
                  <a:cubicBezTo>
                    <a:pt x="640949" y="2324596"/>
                    <a:pt x="629163" y="2264805"/>
                    <a:pt x="612994" y="2207332"/>
                  </a:cubicBezTo>
                  <a:cubicBezTo>
                    <a:pt x="597678" y="2153787"/>
                    <a:pt x="601053" y="2099808"/>
                    <a:pt x="620894" y="2046679"/>
                  </a:cubicBezTo>
                  <a:cubicBezTo>
                    <a:pt x="635367" y="2007977"/>
                    <a:pt x="641110" y="1970814"/>
                    <a:pt x="644614" y="1931265"/>
                  </a:cubicBezTo>
                  <a:cubicBezTo>
                    <a:pt x="647465" y="1898285"/>
                    <a:pt x="653360" y="1862859"/>
                    <a:pt x="665994" y="1832337"/>
                  </a:cubicBezTo>
                  <a:cubicBezTo>
                    <a:pt x="683779" y="1789578"/>
                    <a:pt x="688928" y="1751381"/>
                    <a:pt x="678276" y="1709437"/>
                  </a:cubicBezTo>
                  <a:cubicBezTo>
                    <a:pt x="672576" y="1687079"/>
                    <a:pt x="673987" y="1660990"/>
                    <a:pt x="672955" y="1636123"/>
                  </a:cubicBezTo>
                  <a:cubicBezTo>
                    <a:pt x="671272" y="1597795"/>
                    <a:pt x="671867" y="1558758"/>
                    <a:pt x="668480" y="1520749"/>
                  </a:cubicBezTo>
                  <a:cubicBezTo>
                    <a:pt x="665050" y="1479903"/>
                    <a:pt x="655019" y="1440408"/>
                    <a:pt x="653920" y="1399437"/>
                  </a:cubicBezTo>
                  <a:cubicBezTo>
                    <a:pt x="652652" y="1355309"/>
                    <a:pt x="639893" y="1323154"/>
                    <a:pt x="612686" y="1296979"/>
                  </a:cubicBezTo>
                  <a:cubicBezTo>
                    <a:pt x="595576" y="1280408"/>
                    <a:pt x="578401" y="1259588"/>
                    <a:pt x="570220" y="1235618"/>
                  </a:cubicBezTo>
                  <a:cubicBezTo>
                    <a:pt x="553631" y="1186194"/>
                    <a:pt x="545669" y="1131821"/>
                    <a:pt x="529736" y="1081752"/>
                  </a:cubicBezTo>
                  <a:cubicBezTo>
                    <a:pt x="507466" y="1011390"/>
                    <a:pt x="481332" y="944631"/>
                    <a:pt x="414305" y="918292"/>
                  </a:cubicBezTo>
                  <a:cubicBezTo>
                    <a:pt x="377314" y="903769"/>
                    <a:pt x="368843" y="874065"/>
                    <a:pt x="373924" y="825689"/>
                  </a:cubicBezTo>
                  <a:cubicBezTo>
                    <a:pt x="375689" y="809590"/>
                    <a:pt x="376722" y="786203"/>
                    <a:pt x="368949" y="778726"/>
                  </a:cubicBezTo>
                  <a:cubicBezTo>
                    <a:pt x="345838" y="756354"/>
                    <a:pt x="349308" y="725824"/>
                    <a:pt x="347020" y="694643"/>
                  </a:cubicBezTo>
                  <a:cubicBezTo>
                    <a:pt x="345704" y="675894"/>
                    <a:pt x="339306" y="651346"/>
                    <a:pt x="327478" y="642898"/>
                  </a:cubicBezTo>
                  <a:cubicBezTo>
                    <a:pt x="279698" y="608395"/>
                    <a:pt x="263590" y="549247"/>
                    <a:pt x="243468" y="491960"/>
                  </a:cubicBezTo>
                  <a:cubicBezTo>
                    <a:pt x="237433" y="475142"/>
                    <a:pt x="230250" y="456843"/>
                    <a:pt x="218930" y="446010"/>
                  </a:cubicBezTo>
                  <a:cubicBezTo>
                    <a:pt x="194433" y="422927"/>
                    <a:pt x="180036" y="395344"/>
                    <a:pt x="180614" y="354892"/>
                  </a:cubicBezTo>
                  <a:cubicBezTo>
                    <a:pt x="180923" y="342010"/>
                    <a:pt x="176523" y="328798"/>
                    <a:pt x="171988" y="317521"/>
                  </a:cubicBezTo>
                  <a:cubicBezTo>
                    <a:pt x="162052" y="293291"/>
                    <a:pt x="148442" y="271315"/>
                    <a:pt x="139875" y="246378"/>
                  </a:cubicBezTo>
                  <a:cubicBezTo>
                    <a:pt x="117577" y="182780"/>
                    <a:pt x="95749" y="119890"/>
                    <a:pt x="51499" y="73211"/>
                  </a:cubicBezTo>
                  <a:cubicBezTo>
                    <a:pt x="40691" y="61834"/>
                    <a:pt x="29467" y="49763"/>
                    <a:pt x="19690" y="366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73" name="Freeform: Shape 2072">
              <a:extLst>
                <a:ext uri="{FF2B5EF4-FFF2-40B4-BE49-F238E27FC236}">
                  <a16:creationId xmlns:a16="http://schemas.microsoft.com/office/drawing/2014/main" id="{81F5CCDF-B355-4127-8062-39039B53D4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61507" y="0"/>
              <a:ext cx="1339053" cy="6858000"/>
            </a:xfrm>
            <a:custGeom>
              <a:avLst/>
              <a:gdLst>
                <a:gd name="connsiteX0" fmla="*/ 850532 w 1339053"/>
                <a:gd name="connsiteY0" fmla="*/ 3481838 h 6858000"/>
                <a:gd name="connsiteX1" fmla="*/ 877027 w 1339053"/>
                <a:gd name="connsiteY1" fmla="*/ 3490955 h 6858000"/>
                <a:gd name="connsiteX2" fmla="*/ 922718 w 1339053"/>
                <a:gd name="connsiteY2" fmla="*/ 3516472 h 6858000"/>
                <a:gd name="connsiteX3" fmla="*/ 1094179 w 1339053"/>
                <a:gd name="connsiteY3" fmla="*/ 3567567 h 6858000"/>
                <a:gd name="connsiteX4" fmla="*/ 1118891 w 1339053"/>
                <a:gd name="connsiteY4" fmla="*/ 3568331 h 6858000"/>
                <a:gd name="connsiteX5" fmla="*/ 1295961 w 1339053"/>
                <a:gd name="connsiteY5" fmla="*/ 3584709 h 6858000"/>
                <a:gd name="connsiteX6" fmla="*/ 1308070 w 1339053"/>
                <a:gd name="connsiteY6" fmla="*/ 3585183 h 6858000"/>
                <a:gd name="connsiteX7" fmla="*/ 1325263 w 1339053"/>
                <a:gd name="connsiteY7" fmla="*/ 3705453 h 6858000"/>
                <a:gd name="connsiteX8" fmla="*/ 1334107 w 1339053"/>
                <a:gd name="connsiteY8" fmla="*/ 3772268 h 6858000"/>
                <a:gd name="connsiteX9" fmla="*/ 1338203 w 1339053"/>
                <a:gd name="connsiteY9" fmla="*/ 3831076 h 6858000"/>
                <a:gd name="connsiteX10" fmla="*/ 1338805 w 1339053"/>
                <a:gd name="connsiteY10" fmla="*/ 3839709 h 6858000"/>
                <a:gd name="connsiteX11" fmla="*/ 1335635 w 1339053"/>
                <a:gd name="connsiteY11" fmla="*/ 4118635 h 6858000"/>
                <a:gd name="connsiteX12" fmla="*/ 1337171 w 1339053"/>
                <a:gd name="connsiteY12" fmla="*/ 4209403 h 6858000"/>
                <a:gd name="connsiteX13" fmla="*/ 1325840 w 1339053"/>
                <a:gd name="connsiteY13" fmla="*/ 4309174 h 6858000"/>
                <a:gd name="connsiteX14" fmla="*/ 1321122 w 1339053"/>
                <a:gd name="connsiteY14" fmla="*/ 4473630 h 6858000"/>
                <a:gd name="connsiteX15" fmla="*/ 1302196 w 1339053"/>
                <a:gd name="connsiteY15" fmla="*/ 4791709 h 6858000"/>
                <a:gd name="connsiteX16" fmla="*/ 1293239 w 1339053"/>
                <a:gd name="connsiteY16" fmla="*/ 4860048 h 6858000"/>
                <a:gd name="connsiteX17" fmla="*/ 1288829 w 1339053"/>
                <a:gd name="connsiteY17" fmla="*/ 5039837 h 6858000"/>
                <a:gd name="connsiteX18" fmla="*/ 1289584 w 1339053"/>
                <a:gd name="connsiteY18" fmla="*/ 5148703 h 6858000"/>
                <a:gd name="connsiteX19" fmla="*/ 1282205 w 1339053"/>
                <a:gd name="connsiteY19" fmla="*/ 5236435 h 6858000"/>
                <a:gd name="connsiteX20" fmla="*/ 1268145 w 1339053"/>
                <a:gd name="connsiteY20" fmla="*/ 5311662 h 6858000"/>
                <a:gd name="connsiteX21" fmla="*/ 1250547 w 1339053"/>
                <a:gd name="connsiteY21" fmla="*/ 5515595 h 6858000"/>
                <a:gd name="connsiteX22" fmla="*/ 1243323 w 1339053"/>
                <a:gd name="connsiteY22" fmla="*/ 5596885 h 6858000"/>
                <a:gd name="connsiteX23" fmla="*/ 1238303 w 1339053"/>
                <a:gd name="connsiteY23" fmla="*/ 5812036 h 6858000"/>
                <a:gd name="connsiteX24" fmla="*/ 1223551 w 1339053"/>
                <a:gd name="connsiteY24" fmla="*/ 5991171 h 6858000"/>
                <a:gd name="connsiteX25" fmla="*/ 1219699 w 1339053"/>
                <a:gd name="connsiteY25" fmla="*/ 6066726 h 6858000"/>
                <a:gd name="connsiteX26" fmla="*/ 1199935 w 1339053"/>
                <a:gd name="connsiteY26" fmla="*/ 6236130 h 6858000"/>
                <a:gd name="connsiteX27" fmla="*/ 1192857 w 1339053"/>
                <a:gd name="connsiteY27" fmla="*/ 6333267 h 6858000"/>
                <a:gd name="connsiteX28" fmla="*/ 1148174 w 1339053"/>
                <a:gd name="connsiteY28" fmla="*/ 6561849 h 6858000"/>
                <a:gd name="connsiteX29" fmla="*/ 1100424 w 1339053"/>
                <a:gd name="connsiteY29" fmla="*/ 6797385 h 6858000"/>
                <a:gd name="connsiteX30" fmla="*/ 1085621 w 1339053"/>
                <a:gd name="connsiteY30" fmla="*/ 6858000 h 6858000"/>
                <a:gd name="connsiteX31" fmla="*/ 932341 w 1339053"/>
                <a:gd name="connsiteY31" fmla="*/ 6858000 h 6858000"/>
                <a:gd name="connsiteX32" fmla="*/ 944496 w 1339053"/>
                <a:gd name="connsiteY32" fmla="*/ 6829656 h 6858000"/>
                <a:gd name="connsiteX33" fmla="*/ 913239 w 1339053"/>
                <a:gd name="connsiteY33" fmla="*/ 6720119 h 6858000"/>
                <a:gd name="connsiteX34" fmla="*/ 870682 w 1339053"/>
                <a:gd name="connsiteY34" fmla="*/ 6655346 h 6858000"/>
                <a:gd name="connsiteX35" fmla="*/ 846442 w 1339053"/>
                <a:gd name="connsiteY35" fmla="*/ 6498594 h 6858000"/>
                <a:gd name="connsiteX36" fmla="*/ 881150 w 1339053"/>
                <a:gd name="connsiteY36" fmla="*/ 6473756 h 6858000"/>
                <a:gd name="connsiteX37" fmla="*/ 922470 w 1339053"/>
                <a:gd name="connsiteY37" fmla="*/ 6377035 h 6858000"/>
                <a:gd name="connsiteX38" fmla="*/ 955039 w 1339053"/>
                <a:gd name="connsiteY38" fmla="*/ 6268585 h 6858000"/>
                <a:gd name="connsiteX39" fmla="*/ 1024350 w 1339053"/>
                <a:gd name="connsiteY39" fmla="*/ 6083443 h 6858000"/>
                <a:gd name="connsiteX40" fmla="*/ 999696 w 1339053"/>
                <a:gd name="connsiteY40" fmla="*/ 5938416 h 6858000"/>
                <a:gd name="connsiteX41" fmla="*/ 988342 w 1339053"/>
                <a:gd name="connsiteY41" fmla="*/ 5882426 h 6858000"/>
                <a:gd name="connsiteX42" fmla="*/ 985444 w 1339053"/>
                <a:gd name="connsiteY42" fmla="*/ 5832438 h 6858000"/>
                <a:gd name="connsiteX43" fmla="*/ 992016 w 1339053"/>
                <a:gd name="connsiteY43" fmla="*/ 5777751 h 6858000"/>
                <a:gd name="connsiteX44" fmla="*/ 995028 w 1339053"/>
                <a:gd name="connsiteY44" fmla="*/ 5641832 h 6858000"/>
                <a:gd name="connsiteX45" fmla="*/ 981247 w 1339053"/>
                <a:gd name="connsiteY45" fmla="*/ 5562522 h 6858000"/>
                <a:gd name="connsiteX46" fmla="*/ 995131 w 1339053"/>
                <a:gd name="connsiteY46" fmla="*/ 5398075 h 6858000"/>
                <a:gd name="connsiteX47" fmla="*/ 997379 w 1339053"/>
                <a:gd name="connsiteY47" fmla="*/ 5283928 h 6858000"/>
                <a:gd name="connsiteX48" fmla="*/ 979617 w 1339053"/>
                <a:gd name="connsiteY48" fmla="*/ 5157396 h 6858000"/>
                <a:gd name="connsiteX49" fmla="*/ 976441 w 1339053"/>
                <a:gd name="connsiteY49" fmla="*/ 5139485 h 6858000"/>
                <a:gd name="connsiteX50" fmla="*/ 953793 w 1339053"/>
                <a:gd name="connsiteY50" fmla="*/ 5091862 h 6858000"/>
                <a:gd name="connsiteX51" fmla="*/ 853056 w 1339053"/>
                <a:gd name="connsiteY51" fmla="*/ 5001787 h 6858000"/>
                <a:gd name="connsiteX52" fmla="*/ 833979 w 1339053"/>
                <a:gd name="connsiteY52" fmla="*/ 4978966 h 6858000"/>
                <a:gd name="connsiteX53" fmla="*/ 796995 w 1339053"/>
                <a:gd name="connsiteY53" fmla="*/ 4813768 h 6858000"/>
                <a:gd name="connsiteX54" fmla="*/ 820590 w 1339053"/>
                <a:gd name="connsiteY54" fmla="*/ 4764057 h 6858000"/>
                <a:gd name="connsiteX55" fmla="*/ 864688 w 1339053"/>
                <a:gd name="connsiteY55" fmla="*/ 4714752 h 6858000"/>
                <a:gd name="connsiteX56" fmla="*/ 910485 w 1339053"/>
                <a:gd name="connsiteY56" fmla="*/ 4590911 h 6858000"/>
                <a:gd name="connsiteX57" fmla="*/ 911445 w 1339053"/>
                <a:gd name="connsiteY57" fmla="*/ 4539571 h 6858000"/>
                <a:gd name="connsiteX58" fmla="*/ 900285 w 1339053"/>
                <a:gd name="connsiteY58" fmla="*/ 4445837 h 6858000"/>
                <a:gd name="connsiteX59" fmla="*/ 863237 w 1339053"/>
                <a:gd name="connsiteY59" fmla="*/ 4364703 h 6858000"/>
                <a:gd name="connsiteX60" fmla="*/ 798070 w 1339053"/>
                <a:gd name="connsiteY60" fmla="*/ 4243284 h 6858000"/>
                <a:gd name="connsiteX61" fmla="*/ 817097 w 1339053"/>
                <a:gd name="connsiteY61" fmla="*/ 4054750 h 6858000"/>
                <a:gd name="connsiteX62" fmla="*/ 826251 w 1339053"/>
                <a:gd name="connsiteY62" fmla="*/ 3982801 h 6858000"/>
                <a:gd name="connsiteX63" fmla="*/ 836848 w 1339053"/>
                <a:gd name="connsiteY63" fmla="*/ 3784939 h 6858000"/>
                <a:gd name="connsiteX64" fmla="*/ 841285 w 1339053"/>
                <a:gd name="connsiteY64" fmla="*/ 3766755 h 6858000"/>
                <a:gd name="connsiteX65" fmla="*/ 841284 w 1339053"/>
                <a:gd name="connsiteY65" fmla="*/ 3766755 h 6858000"/>
                <a:gd name="connsiteX66" fmla="*/ 852925 w 1339053"/>
                <a:gd name="connsiteY66" fmla="*/ 3719034 h 6858000"/>
                <a:gd name="connsiteX67" fmla="*/ 857932 w 1339053"/>
                <a:gd name="connsiteY67" fmla="*/ 3696880 h 6858000"/>
                <a:gd name="connsiteX68" fmla="*/ 853534 w 1339053"/>
                <a:gd name="connsiteY68" fmla="*/ 3507036 h 6858000"/>
                <a:gd name="connsiteX69" fmla="*/ 850226 w 1339053"/>
                <a:gd name="connsiteY69" fmla="*/ 3485839 h 6858000"/>
                <a:gd name="connsiteX70" fmla="*/ 0 w 1339053"/>
                <a:gd name="connsiteY70" fmla="*/ 0 h 6858000"/>
                <a:gd name="connsiteX71" fmla="*/ 455609 w 1339053"/>
                <a:gd name="connsiteY71" fmla="*/ 0 h 6858000"/>
                <a:gd name="connsiteX72" fmla="*/ 459171 w 1339053"/>
                <a:gd name="connsiteY72" fmla="*/ 72395 h 6858000"/>
                <a:gd name="connsiteX73" fmla="*/ 460041 w 1339053"/>
                <a:gd name="connsiteY73" fmla="*/ 131917 h 6858000"/>
                <a:gd name="connsiteX74" fmla="*/ 504421 w 1339053"/>
                <a:gd name="connsiteY74" fmla="*/ 389691 h 6858000"/>
                <a:gd name="connsiteX75" fmla="*/ 582097 w 1339053"/>
                <a:gd name="connsiteY75" fmla="*/ 634609 h 6858000"/>
                <a:gd name="connsiteX76" fmla="*/ 702468 w 1339053"/>
                <a:gd name="connsiteY76" fmla="*/ 834019 h 6858000"/>
                <a:gd name="connsiteX77" fmla="*/ 729203 w 1339053"/>
                <a:gd name="connsiteY77" fmla="*/ 887701 h 6858000"/>
                <a:gd name="connsiteX78" fmla="*/ 743787 w 1339053"/>
                <a:gd name="connsiteY78" fmla="*/ 1016355 h 6858000"/>
                <a:gd name="connsiteX79" fmla="*/ 750083 w 1339053"/>
                <a:gd name="connsiteY79" fmla="*/ 1128060 h 6858000"/>
                <a:gd name="connsiteX80" fmla="*/ 768866 w 1339053"/>
                <a:gd name="connsiteY80" fmla="*/ 1213431 h 6858000"/>
                <a:gd name="connsiteX81" fmla="*/ 787802 w 1339053"/>
                <a:gd name="connsiteY81" fmla="*/ 1286432 h 6858000"/>
                <a:gd name="connsiteX82" fmla="*/ 842837 w 1339053"/>
                <a:gd name="connsiteY82" fmla="*/ 1455511 h 6858000"/>
                <a:gd name="connsiteX83" fmla="*/ 877988 w 1339053"/>
                <a:gd name="connsiteY83" fmla="*/ 1634814 h 6858000"/>
                <a:gd name="connsiteX84" fmla="*/ 941063 w 1339053"/>
                <a:gd name="connsiteY84" fmla="*/ 1789731 h 6858000"/>
                <a:gd name="connsiteX85" fmla="*/ 980124 w 1339053"/>
                <a:gd name="connsiteY85" fmla="*/ 1857657 h 6858000"/>
                <a:gd name="connsiteX86" fmla="*/ 984484 w 1339053"/>
                <a:gd name="connsiteY86" fmla="*/ 1976384 h 6858000"/>
                <a:gd name="connsiteX87" fmla="*/ 1007189 w 1339053"/>
                <a:gd name="connsiteY87" fmla="*/ 2110650 h 6858000"/>
                <a:gd name="connsiteX88" fmla="*/ 1039893 w 1339053"/>
                <a:gd name="connsiteY88" fmla="*/ 2211041 h 6858000"/>
                <a:gd name="connsiteX89" fmla="*/ 1059162 w 1339053"/>
                <a:gd name="connsiteY89" fmla="*/ 2286682 h 6858000"/>
                <a:gd name="connsiteX90" fmla="*/ 1070522 w 1339053"/>
                <a:gd name="connsiteY90" fmla="*/ 2388667 h 6858000"/>
                <a:gd name="connsiteX91" fmla="*/ 1093939 w 1339053"/>
                <a:gd name="connsiteY91" fmla="*/ 2494653 h 6858000"/>
                <a:gd name="connsiteX92" fmla="*/ 1112007 w 1339053"/>
                <a:gd name="connsiteY92" fmla="*/ 2548197 h 6858000"/>
                <a:gd name="connsiteX93" fmla="*/ 1138346 w 1339053"/>
                <a:gd name="connsiteY93" fmla="*/ 2649163 h 6858000"/>
                <a:gd name="connsiteX94" fmla="*/ 1160337 w 1339053"/>
                <a:gd name="connsiteY94" fmla="*/ 2751608 h 6858000"/>
                <a:gd name="connsiteX95" fmla="*/ 1165737 w 1339053"/>
                <a:gd name="connsiteY95" fmla="*/ 2933012 h 6858000"/>
                <a:gd name="connsiteX96" fmla="*/ 1202029 w 1339053"/>
                <a:gd name="connsiteY96" fmla="*/ 3107873 h 6858000"/>
                <a:gd name="connsiteX97" fmla="*/ 1225692 w 1339053"/>
                <a:gd name="connsiteY97" fmla="*/ 3244974 h 6858000"/>
                <a:gd name="connsiteX98" fmla="*/ 1243916 w 1339053"/>
                <a:gd name="connsiteY98" fmla="*/ 3326221 h 6858000"/>
                <a:gd name="connsiteX99" fmla="*/ 1293067 w 1339053"/>
                <a:gd name="connsiteY99" fmla="*/ 3480219 h 6858000"/>
                <a:gd name="connsiteX100" fmla="*/ 1308071 w 1339053"/>
                <a:gd name="connsiteY100" fmla="*/ 3585182 h 6858000"/>
                <a:gd name="connsiteX101" fmla="*/ 1295962 w 1339053"/>
                <a:gd name="connsiteY101" fmla="*/ 3584708 h 6858000"/>
                <a:gd name="connsiteX102" fmla="*/ 1118893 w 1339053"/>
                <a:gd name="connsiteY102" fmla="*/ 3568330 h 6858000"/>
                <a:gd name="connsiteX103" fmla="*/ 1094179 w 1339053"/>
                <a:gd name="connsiteY103" fmla="*/ 3567566 h 6858000"/>
                <a:gd name="connsiteX104" fmla="*/ 922719 w 1339053"/>
                <a:gd name="connsiteY104" fmla="*/ 3516472 h 6858000"/>
                <a:gd name="connsiteX105" fmla="*/ 877028 w 1339053"/>
                <a:gd name="connsiteY105" fmla="*/ 3490955 h 6858000"/>
                <a:gd name="connsiteX106" fmla="*/ 850533 w 1339053"/>
                <a:gd name="connsiteY106" fmla="*/ 3481837 h 6858000"/>
                <a:gd name="connsiteX107" fmla="*/ 852113 w 1339053"/>
                <a:gd name="connsiteY107" fmla="*/ 3461170 h 6858000"/>
                <a:gd name="connsiteX108" fmla="*/ 831383 w 1339053"/>
                <a:gd name="connsiteY108" fmla="*/ 3399179 h 6858000"/>
                <a:gd name="connsiteX109" fmla="*/ 743141 w 1339053"/>
                <a:gd name="connsiteY109" fmla="*/ 3320580 h 6858000"/>
                <a:gd name="connsiteX110" fmla="*/ 713221 w 1339053"/>
                <a:gd name="connsiteY110" fmla="*/ 3251241 h 6858000"/>
                <a:gd name="connsiteX111" fmla="*/ 697098 w 1339053"/>
                <a:gd name="connsiteY111" fmla="*/ 3202528 h 6858000"/>
                <a:gd name="connsiteX112" fmla="*/ 664820 w 1339053"/>
                <a:gd name="connsiteY112" fmla="*/ 3154190 h 6858000"/>
                <a:gd name="connsiteX113" fmla="*/ 572501 w 1339053"/>
                <a:gd name="connsiteY113" fmla="*/ 3087312 h 6858000"/>
                <a:gd name="connsiteX114" fmla="*/ 497703 w 1339053"/>
                <a:gd name="connsiteY114" fmla="*/ 3005243 h 6858000"/>
                <a:gd name="connsiteX115" fmla="*/ 476984 w 1339053"/>
                <a:gd name="connsiteY115" fmla="*/ 2892751 h 6858000"/>
                <a:gd name="connsiteX116" fmla="*/ 468947 w 1339053"/>
                <a:gd name="connsiteY116" fmla="*/ 2824527 h 6858000"/>
                <a:gd name="connsiteX117" fmla="*/ 569138 w 1339053"/>
                <a:gd name="connsiteY117" fmla="*/ 2595026 h 6858000"/>
                <a:gd name="connsiteX118" fmla="*/ 645397 w 1339053"/>
                <a:gd name="connsiteY118" fmla="*/ 2440808 h 6858000"/>
                <a:gd name="connsiteX119" fmla="*/ 651820 w 1339053"/>
                <a:gd name="connsiteY119" fmla="*/ 2384384 h 6858000"/>
                <a:gd name="connsiteX120" fmla="*/ 612994 w 1339053"/>
                <a:gd name="connsiteY120" fmla="*/ 2207332 h 6858000"/>
                <a:gd name="connsiteX121" fmla="*/ 620894 w 1339053"/>
                <a:gd name="connsiteY121" fmla="*/ 2046679 h 6858000"/>
                <a:gd name="connsiteX122" fmla="*/ 644614 w 1339053"/>
                <a:gd name="connsiteY122" fmla="*/ 1931265 h 6858000"/>
                <a:gd name="connsiteX123" fmla="*/ 665994 w 1339053"/>
                <a:gd name="connsiteY123" fmla="*/ 1832337 h 6858000"/>
                <a:gd name="connsiteX124" fmla="*/ 678276 w 1339053"/>
                <a:gd name="connsiteY124" fmla="*/ 1709437 h 6858000"/>
                <a:gd name="connsiteX125" fmla="*/ 672955 w 1339053"/>
                <a:gd name="connsiteY125" fmla="*/ 1636123 h 6858000"/>
                <a:gd name="connsiteX126" fmla="*/ 668480 w 1339053"/>
                <a:gd name="connsiteY126" fmla="*/ 1520749 h 6858000"/>
                <a:gd name="connsiteX127" fmla="*/ 653920 w 1339053"/>
                <a:gd name="connsiteY127" fmla="*/ 1399437 h 6858000"/>
                <a:gd name="connsiteX128" fmla="*/ 612686 w 1339053"/>
                <a:gd name="connsiteY128" fmla="*/ 1296979 h 6858000"/>
                <a:gd name="connsiteX129" fmla="*/ 570220 w 1339053"/>
                <a:gd name="connsiteY129" fmla="*/ 1235618 h 6858000"/>
                <a:gd name="connsiteX130" fmla="*/ 529736 w 1339053"/>
                <a:gd name="connsiteY130" fmla="*/ 1081752 h 6858000"/>
                <a:gd name="connsiteX131" fmla="*/ 414305 w 1339053"/>
                <a:gd name="connsiteY131" fmla="*/ 918292 h 6858000"/>
                <a:gd name="connsiteX132" fmla="*/ 373924 w 1339053"/>
                <a:gd name="connsiteY132" fmla="*/ 825689 h 6858000"/>
                <a:gd name="connsiteX133" fmla="*/ 368949 w 1339053"/>
                <a:gd name="connsiteY133" fmla="*/ 778726 h 6858000"/>
                <a:gd name="connsiteX134" fmla="*/ 347020 w 1339053"/>
                <a:gd name="connsiteY134" fmla="*/ 694643 h 6858000"/>
                <a:gd name="connsiteX135" fmla="*/ 327478 w 1339053"/>
                <a:gd name="connsiteY135" fmla="*/ 642898 h 6858000"/>
                <a:gd name="connsiteX136" fmla="*/ 243468 w 1339053"/>
                <a:gd name="connsiteY136" fmla="*/ 491960 h 6858000"/>
                <a:gd name="connsiteX137" fmla="*/ 218930 w 1339053"/>
                <a:gd name="connsiteY137" fmla="*/ 446010 h 6858000"/>
                <a:gd name="connsiteX138" fmla="*/ 180614 w 1339053"/>
                <a:gd name="connsiteY138" fmla="*/ 354892 h 6858000"/>
                <a:gd name="connsiteX139" fmla="*/ 171988 w 1339053"/>
                <a:gd name="connsiteY139" fmla="*/ 317521 h 6858000"/>
                <a:gd name="connsiteX140" fmla="*/ 139875 w 1339053"/>
                <a:gd name="connsiteY140" fmla="*/ 246378 h 6858000"/>
                <a:gd name="connsiteX141" fmla="*/ 51499 w 1339053"/>
                <a:gd name="connsiteY141" fmla="*/ 73211 h 6858000"/>
                <a:gd name="connsiteX142" fmla="*/ 19690 w 1339053"/>
                <a:gd name="connsiteY142" fmla="*/ 3662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1339053" h="6858000">
                  <a:moveTo>
                    <a:pt x="850532" y="3481838"/>
                  </a:moveTo>
                  <a:lnTo>
                    <a:pt x="877027" y="3490955"/>
                  </a:lnTo>
                  <a:cubicBezTo>
                    <a:pt x="892941" y="3497986"/>
                    <a:pt x="908176" y="3506416"/>
                    <a:pt x="922718" y="3516472"/>
                  </a:cubicBezTo>
                  <a:cubicBezTo>
                    <a:pt x="967062" y="3547282"/>
                    <a:pt x="1027547" y="3564030"/>
                    <a:pt x="1094179" y="3567567"/>
                  </a:cubicBezTo>
                  <a:cubicBezTo>
                    <a:pt x="1102515" y="3567965"/>
                    <a:pt x="1113434" y="3565936"/>
                    <a:pt x="1118891" y="3568331"/>
                  </a:cubicBezTo>
                  <a:cubicBezTo>
                    <a:pt x="1180628" y="3594888"/>
                    <a:pt x="1237753" y="3586304"/>
                    <a:pt x="1295961" y="3584709"/>
                  </a:cubicBezTo>
                  <a:lnTo>
                    <a:pt x="1308070" y="3585183"/>
                  </a:lnTo>
                  <a:lnTo>
                    <a:pt x="1325263" y="3705453"/>
                  </a:lnTo>
                  <a:cubicBezTo>
                    <a:pt x="1328254" y="3727679"/>
                    <a:pt x="1331526" y="3749922"/>
                    <a:pt x="1334107" y="3772268"/>
                  </a:cubicBezTo>
                  <a:lnTo>
                    <a:pt x="1338203" y="3831076"/>
                  </a:lnTo>
                  <a:lnTo>
                    <a:pt x="1338805" y="3839709"/>
                  </a:lnTo>
                  <a:cubicBezTo>
                    <a:pt x="1339996" y="3932341"/>
                    <a:pt x="1336568" y="4025809"/>
                    <a:pt x="1335635" y="4118635"/>
                  </a:cubicBezTo>
                  <a:cubicBezTo>
                    <a:pt x="1335202" y="4148976"/>
                    <a:pt x="1338805" y="4178868"/>
                    <a:pt x="1337171" y="4209403"/>
                  </a:cubicBezTo>
                  <a:cubicBezTo>
                    <a:pt x="1335445" y="4242449"/>
                    <a:pt x="1327565" y="4276129"/>
                    <a:pt x="1325840" y="4309174"/>
                  </a:cubicBezTo>
                  <a:cubicBezTo>
                    <a:pt x="1322853" y="4364122"/>
                    <a:pt x="1323899" y="4418621"/>
                    <a:pt x="1321122" y="4473630"/>
                  </a:cubicBezTo>
                  <a:cubicBezTo>
                    <a:pt x="1315632" y="4579723"/>
                    <a:pt x="1309019" y="4685750"/>
                    <a:pt x="1302196" y="4791709"/>
                  </a:cubicBezTo>
                  <a:cubicBezTo>
                    <a:pt x="1300696" y="4814383"/>
                    <a:pt x="1294244" y="4837504"/>
                    <a:pt x="1293239" y="4860048"/>
                  </a:cubicBezTo>
                  <a:cubicBezTo>
                    <a:pt x="1290785" y="4919957"/>
                    <a:pt x="1289660" y="4979994"/>
                    <a:pt x="1288829" y="5039837"/>
                  </a:cubicBezTo>
                  <a:cubicBezTo>
                    <a:pt x="1288401" y="5076103"/>
                    <a:pt x="1290512" y="5112310"/>
                    <a:pt x="1289584" y="5148703"/>
                  </a:cubicBezTo>
                  <a:cubicBezTo>
                    <a:pt x="1288845" y="5177820"/>
                    <a:pt x="1286193" y="5207193"/>
                    <a:pt x="1282205" y="5236435"/>
                  </a:cubicBezTo>
                  <a:cubicBezTo>
                    <a:pt x="1278784" y="5261619"/>
                    <a:pt x="1270649" y="5286477"/>
                    <a:pt x="1268145" y="5311662"/>
                  </a:cubicBezTo>
                  <a:cubicBezTo>
                    <a:pt x="1261308" y="5379812"/>
                    <a:pt x="1256387" y="5447703"/>
                    <a:pt x="1250547" y="5515595"/>
                  </a:cubicBezTo>
                  <a:cubicBezTo>
                    <a:pt x="1248113" y="5542776"/>
                    <a:pt x="1244054" y="5570023"/>
                    <a:pt x="1243323" y="5596885"/>
                  </a:cubicBezTo>
                  <a:cubicBezTo>
                    <a:pt x="1241082" y="5668709"/>
                    <a:pt x="1241668" y="5740276"/>
                    <a:pt x="1238303" y="5812036"/>
                  </a:cubicBezTo>
                  <a:cubicBezTo>
                    <a:pt x="1235508" y="5871554"/>
                    <a:pt x="1228259" y="5931392"/>
                    <a:pt x="1223551" y="5991171"/>
                  </a:cubicBezTo>
                  <a:cubicBezTo>
                    <a:pt x="1221675" y="6016549"/>
                    <a:pt x="1222415" y="6041609"/>
                    <a:pt x="1219699" y="6066726"/>
                  </a:cubicBezTo>
                  <a:cubicBezTo>
                    <a:pt x="1213776" y="6123024"/>
                    <a:pt x="1205938" y="6179576"/>
                    <a:pt x="1199935" y="6236130"/>
                  </a:cubicBezTo>
                  <a:cubicBezTo>
                    <a:pt x="1196614" y="6268403"/>
                    <a:pt x="1198425" y="6301127"/>
                    <a:pt x="1192857" y="6333267"/>
                  </a:cubicBezTo>
                  <a:cubicBezTo>
                    <a:pt x="1179603" y="6409590"/>
                    <a:pt x="1163470" y="6485591"/>
                    <a:pt x="1148174" y="6561849"/>
                  </a:cubicBezTo>
                  <a:cubicBezTo>
                    <a:pt x="1132370" y="6640486"/>
                    <a:pt x="1117066" y="6719000"/>
                    <a:pt x="1100424" y="6797385"/>
                  </a:cubicBezTo>
                  <a:lnTo>
                    <a:pt x="1085621" y="6858000"/>
                  </a:lnTo>
                  <a:lnTo>
                    <a:pt x="932341" y="6858000"/>
                  </a:lnTo>
                  <a:lnTo>
                    <a:pt x="944496" y="6829656"/>
                  </a:lnTo>
                  <a:cubicBezTo>
                    <a:pt x="964836" y="6776399"/>
                    <a:pt x="953622" y="6744439"/>
                    <a:pt x="913239" y="6720119"/>
                  </a:cubicBezTo>
                  <a:cubicBezTo>
                    <a:pt x="890880" y="6706443"/>
                    <a:pt x="866986" y="6690318"/>
                    <a:pt x="870682" y="6655346"/>
                  </a:cubicBezTo>
                  <a:cubicBezTo>
                    <a:pt x="876846" y="6598274"/>
                    <a:pt x="889503" y="6540954"/>
                    <a:pt x="846442" y="6498594"/>
                  </a:cubicBezTo>
                  <a:cubicBezTo>
                    <a:pt x="862273" y="6487399"/>
                    <a:pt x="871751" y="6480449"/>
                    <a:pt x="881150" y="6473756"/>
                  </a:cubicBezTo>
                  <a:cubicBezTo>
                    <a:pt x="907245" y="6455292"/>
                    <a:pt x="930705" y="6407516"/>
                    <a:pt x="922470" y="6377035"/>
                  </a:cubicBezTo>
                  <a:cubicBezTo>
                    <a:pt x="910652" y="6332192"/>
                    <a:pt x="925705" y="6299028"/>
                    <a:pt x="955039" y="6268585"/>
                  </a:cubicBezTo>
                  <a:cubicBezTo>
                    <a:pt x="1003777" y="6217606"/>
                    <a:pt x="1017630" y="6148240"/>
                    <a:pt x="1024350" y="6083443"/>
                  </a:cubicBezTo>
                  <a:cubicBezTo>
                    <a:pt x="1029590" y="6034553"/>
                    <a:pt x="1028255" y="5980246"/>
                    <a:pt x="999696" y="5938416"/>
                  </a:cubicBezTo>
                  <a:cubicBezTo>
                    <a:pt x="990505" y="5925141"/>
                    <a:pt x="991039" y="5901884"/>
                    <a:pt x="988342" y="5882426"/>
                  </a:cubicBezTo>
                  <a:cubicBezTo>
                    <a:pt x="986229" y="5866254"/>
                    <a:pt x="984774" y="5849442"/>
                    <a:pt x="985444" y="5832438"/>
                  </a:cubicBezTo>
                  <a:cubicBezTo>
                    <a:pt x="986010" y="5814273"/>
                    <a:pt x="985042" y="5793656"/>
                    <a:pt x="992016" y="5777751"/>
                  </a:cubicBezTo>
                  <a:cubicBezTo>
                    <a:pt x="1012886" y="5729456"/>
                    <a:pt x="1014467" y="5686488"/>
                    <a:pt x="995028" y="5641832"/>
                  </a:cubicBezTo>
                  <a:cubicBezTo>
                    <a:pt x="984984" y="5618696"/>
                    <a:pt x="974301" y="5585771"/>
                    <a:pt x="981247" y="5562522"/>
                  </a:cubicBezTo>
                  <a:cubicBezTo>
                    <a:pt x="998041" y="5505913"/>
                    <a:pt x="997454" y="5454379"/>
                    <a:pt x="995131" y="5398075"/>
                  </a:cubicBezTo>
                  <a:cubicBezTo>
                    <a:pt x="993724" y="5361807"/>
                    <a:pt x="997229" y="5322258"/>
                    <a:pt x="997379" y="5283928"/>
                  </a:cubicBezTo>
                  <a:cubicBezTo>
                    <a:pt x="997473" y="5239095"/>
                    <a:pt x="1006631" y="5193105"/>
                    <a:pt x="979617" y="5157396"/>
                  </a:cubicBezTo>
                  <a:cubicBezTo>
                    <a:pt x="976728" y="5153402"/>
                    <a:pt x="978724" y="5144705"/>
                    <a:pt x="976441" y="5139485"/>
                  </a:cubicBezTo>
                  <a:cubicBezTo>
                    <a:pt x="969619" y="5122991"/>
                    <a:pt x="964828" y="5102888"/>
                    <a:pt x="953793" y="5091862"/>
                  </a:cubicBezTo>
                  <a:cubicBezTo>
                    <a:pt x="921506" y="5059884"/>
                    <a:pt x="886609" y="5031900"/>
                    <a:pt x="853056" y="5001787"/>
                  </a:cubicBezTo>
                  <a:cubicBezTo>
                    <a:pt x="845882" y="4995337"/>
                    <a:pt x="836325" y="4988437"/>
                    <a:pt x="833979" y="4978966"/>
                  </a:cubicBezTo>
                  <a:cubicBezTo>
                    <a:pt x="820602" y="4924328"/>
                    <a:pt x="808509" y="4869239"/>
                    <a:pt x="796995" y="4813768"/>
                  </a:cubicBezTo>
                  <a:cubicBezTo>
                    <a:pt x="792418" y="4791474"/>
                    <a:pt x="803209" y="4777314"/>
                    <a:pt x="820590" y="4764057"/>
                  </a:cubicBezTo>
                  <a:cubicBezTo>
                    <a:pt x="837188" y="4751123"/>
                    <a:pt x="855398" y="4734452"/>
                    <a:pt x="864688" y="4714752"/>
                  </a:cubicBezTo>
                  <a:cubicBezTo>
                    <a:pt x="883062" y="4675275"/>
                    <a:pt x="897521" y="4632902"/>
                    <a:pt x="910485" y="4590911"/>
                  </a:cubicBezTo>
                  <a:cubicBezTo>
                    <a:pt x="915338" y="4575199"/>
                    <a:pt x="912978" y="4556131"/>
                    <a:pt x="911445" y="4539571"/>
                  </a:cubicBezTo>
                  <a:cubicBezTo>
                    <a:pt x="908527" y="4508200"/>
                    <a:pt x="900999" y="4477659"/>
                    <a:pt x="900285" y="4445837"/>
                  </a:cubicBezTo>
                  <a:cubicBezTo>
                    <a:pt x="899539" y="4408923"/>
                    <a:pt x="887958" y="4383340"/>
                    <a:pt x="863237" y="4364703"/>
                  </a:cubicBezTo>
                  <a:cubicBezTo>
                    <a:pt x="826431" y="4336971"/>
                    <a:pt x="808536" y="4292507"/>
                    <a:pt x="798070" y="4243284"/>
                  </a:cubicBezTo>
                  <a:cubicBezTo>
                    <a:pt x="784617" y="4180721"/>
                    <a:pt x="805728" y="4117545"/>
                    <a:pt x="817097" y="4054750"/>
                  </a:cubicBezTo>
                  <a:cubicBezTo>
                    <a:pt x="821537" y="4030724"/>
                    <a:pt x="826632" y="4006057"/>
                    <a:pt x="826251" y="3982801"/>
                  </a:cubicBezTo>
                  <a:cubicBezTo>
                    <a:pt x="825347" y="3916709"/>
                    <a:pt x="825150" y="3850833"/>
                    <a:pt x="836848" y="3784939"/>
                  </a:cubicBezTo>
                  <a:lnTo>
                    <a:pt x="841285" y="3766755"/>
                  </a:lnTo>
                  <a:lnTo>
                    <a:pt x="841284" y="3766755"/>
                  </a:lnTo>
                  <a:lnTo>
                    <a:pt x="852925" y="3719034"/>
                  </a:lnTo>
                  <a:cubicBezTo>
                    <a:pt x="855152" y="3711822"/>
                    <a:pt x="856753" y="3704413"/>
                    <a:pt x="857932" y="3696880"/>
                  </a:cubicBezTo>
                  <a:cubicBezTo>
                    <a:pt x="868683" y="3631632"/>
                    <a:pt x="885300" y="3565939"/>
                    <a:pt x="853534" y="3507036"/>
                  </a:cubicBezTo>
                  <a:cubicBezTo>
                    <a:pt x="850623" y="3501622"/>
                    <a:pt x="849992" y="3494020"/>
                    <a:pt x="850226" y="3485839"/>
                  </a:cubicBezTo>
                  <a:close/>
                  <a:moveTo>
                    <a:pt x="0" y="0"/>
                  </a:moveTo>
                  <a:lnTo>
                    <a:pt x="455609" y="0"/>
                  </a:lnTo>
                  <a:lnTo>
                    <a:pt x="459171" y="72395"/>
                  </a:lnTo>
                  <a:cubicBezTo>
                    <a:pt x="459671" y="92301"/>
                    <a:pt x="456894" y="113171"/>
                    <a:pt x="460041" y="131917"/>
                  </a:cubicBezTo>
                  <a:cubicBezTo>
                    <a:pt x="474213" y="218122"/>
                    <a:pt x="492031" y="302910"/>
                    <a:pt x="504421" y="389691"/>
                  </a:cubicBezTo>
                  <a:cubicBezTo>
                    <a:pt x="517349" y="479177"/>
                    <a:pt x="539516" y="562489"/>
                    <a:pt x="582097" y="634609"/>
                  </a:cubicBezTo>
                  <a:cubicBezTo>
                    <a:pt x="621686" y="701573"/>
                    <a:pt x="662589" y="767248"/>
                    <a:pt x="702468" y="834019"/>
                  </a:cubicBezTo>
                  <a:cubicBezTo>
                    <a:pt x="712587" y="850968"/>
                    <a:pt x="725536" y="867665"/>
                    <a:pt x="729203" y="887701"/>
                  </a:cubicBezTo>
                  <a:cubicBezTo>
                    <a:pt x="736973" y="929321"/>
                    <a:pt x="740155" y="973193"/>
                    <a:pt x="743787" y="1016355"/>
                  </a:cubicBezTo>
                  <a:cubicBezTo>
                    <a:pt x="746786" y="1053398"/>
                    <a:pt x="745800" y="1091467"/>
                    <a:pt x="750083" y="1128060"/>
                  </a:cubicBezTo>
                  <a:cubicBezTo>
                    <a:pt x="753428" y="1157309"/>
                    <a:pt x="762038" y="1185083"/>
                    <a:pt x="768866" y="1213431"/>
                  </a:cubicBezTo>
                  <a:cubicBezTo>
                    <a:pt x="774767" y="1238107"/>
                    <a:pt x="778357" y="1264327"/>
                    <a:pt x="787802" y="1286432"/>
                  </a:cubicBezTo>
                  <a:cubicBezTo>
                    <a:pt x="810582" y="1340304"/>
                    <a:pt x="832653" y="1394242"/>
                    <a:pt x="842837" y="1455511"/>
                  </a:cubicBezTo>
                  <a:cubicBezTo>
                    <a:pt x="853049" y="1515944"/>
                    <a:pt x="867276" y="1574511"/>
                    <a:pt x="877988" y="1634814"/>
                  </a:cubicBezTo>
                  <a:cubicBezTo>
                    <a:pt x="888390" y="1693895"/>
                    <a:pt x="902813" y="1748857"/>
                    <a:pt x="941063" y="1789731"/>
                  </a:cubicBezTo>
                  <a:cubicBezTo>
                    <a:pt x="957906" y="1807908"/>
                    <a:pt x="975122" y="1831564"/>
                    <a:pt x="980124" y="1857657"/>
                  </a:cubicBezTo>
                  <a:cubicBezTo>
                    <a:pt x="987207" y="1894833"/>
                    <a:pt x="980788" y="1937150"/>
                    <a:pt x="984484" y="1976384"/>
                  </a:cubicBezTo>
                  <a:cubicBezTo>
                    <a:pt x="988781" y="2022576"/>
                    <a:pt x="988793" y="2074493"/>
                    <a:pt x="1007189" y="2110650"/>
                  </a:cubicBezTo>
                  <a:cubicBezTo>
                    <a:pt x="1023612" y="2142809"/>
                    <a:pt x="1034723" y="2173610"/>
                    <a:pt x="1039893" y="2211041"/>
                  </a:cubicBezTo>
                  <a:cubicBezTo>
                    <a:pt x="1043484" y="2237261"/>
                    <a:pt x="1057690" y="2260269"/>
                    <a:pt x="1059162" y="2286682"/>
                  </a:cubicBezTo>
                  <a:cubicBezTo>
                    <a:pt x="1061252" y="2321469"/>
                    <a:pt x="1060754" y="2355740"/>
                    <a:pt x="1070522" y="2388667"/>
                  </a:cubicBezTo>
                  <a:cubicBezTo>
                    <a:pt x="1080600" y="2422815"/>
                    <a:pt x="1085513" y="2459602"/>
                    <a:pt x="1093939" y="2494653"/>
                  </a:cubicBezTo>
                  <a:cubicBezTo>
                    <a:pt x="1098500" y="2513273"/>
                    <a:pt x="1106866" y="2529964"/>
                    <a:pt x="1112007" y="2548197"/>
                  </a:cubicBezTo>
                  <a:cubicBezTo>
                    <a:pt x="1121409" y="2581573"/>
                    <a:pt x="1130232" y="2615336"/>
                    <a:pt x="1138346" y="2649163"/>
                  </a:cubicBezTo>
                  <a:cubicBezTo>
                    <a:pt x="1146465" y="2682988"/>
                    <a:pt x="1157699" y="2716368"/>
                    <a:pt x="1160337" y="2751608"/>
                  </a:cubicBezTo>
                  <a:cubicBezTo>
                    <a:pt x="1164714" y="2811646"/>
                    <a:pt x="1159211" y="2873999"/>
                    <a:pt x="1165737" y="2933012"/>
                  </a:cubicBezTo>
                  <a:cubicBezTo>
                    <a:pt x="1172445" y="2992925"/>
                    <a:pt x="1185964" y="3051556"/>
                    <a:pt x="1202029" y="3107873"/>
                  </a:cubicBezTo>
                  <a:cubicBezTo>
                    <a:pt x="1214635" y="3152396"/>
                    <a:pt x="1227749" y="3194534"/>
                    <a:pt x="1225692" y="3244974"/>
                  </a:cubicBezTo>
                  <a:cubicBezTo>
                    <a:pt x="1224565" y="3273123"/>
                    <a:pt x="1231196" y="3305079"/>
                    <a:pt x="1243916" y="3326221"/>
                  </a:cubicBezTo>
                  <a:cubicBezTo>
                    <a:pt x="1271701" y="3372044"/>
                    <a:pt x="1285247" y="3423911"/>
                    <a:pt x="1293067" y="3480219"/>
                  </a:cubicBezTo>
                  <a:lnTo>
                    <a:pt x="1308071" y="3585182"/>
                  </a:lnTo>
                  <a:lnTo>
                    <a:pt x="1295962" y="3584708"/>
                  </a:lnTo>
                  <a:cubicBezTo>
                    <a:pt x="1237754" y="3586303"/>
                    <a:pt x="1180629" y="3594888"/>
                    <a:pt x="1118893" y="3568330"/>
                  </a:cubicBezTo>
                  <a:cubicBezTo>
                    <a:pt x="1113435" y="3565936"/>
                    <a:pt x="1102517" y="3567964"/>
                    <a:pt x="1094179" y="3567566"/>
                  </a:cubicBezTo>
                  <a:cubicBezTo>
                    <a:pt x="1027548" y="3564029"/>
                    <a:pt x="967064" y="3547281"/>
                    <a:pt x="922719" y="3516472"/>
                  </a:cubicBezTo>
                  <a:cubicBezTo>
                    <a:pt x="908178" y="3506414"/>
                    <a:pt x="892942" y="3497984"/>
                    <a:pt x="877028" y="3490955"/>
                  </a:cubicBezTo>
                  <a:lnTo>
                    <a:pt x="850533" y="3481837"/>
                  </a:lnTo>
                  <a:lnTo>
                    <a:pt x="852113" y="3461170"/>
                  </a:lnTo>
                  <a:cubicBezTo>
                    <a:pt x="854391" y="3434500"/>
                    <a:pt x="848474" y="3414331"/>
                    <a:pt x="831383" y="3399179"/>
                  </a:cubicBezTo>
                  <a:cubicBezTo>
                    <a:pt x="801767" y="3373388"/>
                    <a:pt x="773654" y="3344957"/>
                    <a:pt x="743141" y="3320580"/>
                  </a:cubicBezTo>
                  <a:cubicBezTo>
                    <a:pt x="722236" y="3303685"/>
                    <a:pt x="714543" y="3281842"/>
                    <a:pt x="713221" y="3251241"/>
                  </a:cubicBezTo>
                  <a:cubicBezTo>
                    <a:pt x="712555" y="3234106"/>
                    <a:pt x="704768" y="3217029"/>
                    <a:pt x="697098" y="3202528"/>
                  </a:cubicBezTo>
                  <a:cubicBezTo>
                    <a:pt x="687845" y="3184997"/>
                    <a:pt x="672212" y="3172554"/>
                    <a:pt x="664820" y="3154190"/>
                  </a:cubicBezTo>
                  <a:cubicBezTo>
                    <a:pt x="646169" y="3109209"/>
                    <a:pt x="616744" y="3087991"/>
                    <a:pt x="572501" y="3087312"/>
                  </a:cubicBezTo>
                  <a:cubicBezTo>
                    <a:pt x="533259" y="3086763"/>
                    <a:pt x="493731" y="3044085"/>
                    <a:pt x="497703" y="3005243"/>
                  </a:cubicBezTo>
                  <a:cubicBezTo>
                    <a:pt x="502030" y="2962279"/>
                    <a:pt x="490540" y="2928257"/>
                    <a:pt x="476984" y="2892751"/>
                  </a:cubicBezTo>
                  <a:cubicBezTo>
                    <a:pt x="469363" y="2872905"/>
                    <a:pt x="465404" y="2847135"/>
                    <a:pt x="468947" y="2824527"/>
                  </a:cubicBezTo>
                  <a:cubicBezTo>
                    <a:pt x="482188" y="2738605"/>
                    <a:pt x="520979" y="2665650"/>
                    <a:pt x="569138" y="2595026"/>
                  </a:cubicBezTo>
                  <a:cubicBezTo>
                    <a:pt x="600577" y="2548865"/>
                    <a:pt x="622260" y="2493483"/>
                    <a:pt x="645397" y="2440808"/>
                  </a:cubicBezTo>
                  <a:cubicBezTo>
                    <a:pt x="652529" y="2424387"/>
                    <a:pt x="655029" y="2401457"/>
                    <a:pt x="651820" y="2384384"/>
                  </a:cubicBezTo>
                  <a:cubicBezTo>
                    <a:pt x="640949" y="2324596"/>
                    <a:pt x="629163" y="2264805"/>
                    <a:pt x="612994" y="2207332"/>
                  </a:cubicBezTo>
                  <a:cubicBezTo>
                    <a:pt x="597678" y="2153787"/>
                    <a:pt x="601053" y="2099808"/>
                    <a:pt x="620894" y="2046679"/>
                  </a:cubicBezTo>
                  <a:cubicBezTo>
                    <a:pt x="635367" y="2007977"/>
                    <a:pt x="641110" y="1970814"/>
                    <a:pt x="644614" y="1931265"/>
                  </a:cubicBezTo>
                  <a:cubicBezTo>
                    <a:pt x="647465" y="1898285"/>
                    <a:pt x="653360" y="1862859"/>
                    <a:pt x="665994" y="1832337"/>
                  </a:cubicBezTo>
                  <a:cubicBezTo>
                    <a:pt x="683779" y="1789578"/>
                    <a:pt x="688928" y="1751381"/>
                    <a:pt x="678276" y="1709437"/>
                  </a:cubicBezTo>
                  <a:cubicBezTo>
                    <a:pt x="672576" y="1687079"/>
                    <a:pt x="673987" y="1660990"/>
                    <a:pt x="672955" y="1636123"/>
                  </a:cubicBezTo>
                  <a:cubicBezTo>
                    <a:pt x="671272" y="1597795"/>
                    <a:pt x="671867" y="1558758"/>
                    <a:pt x="668480" y="1520749"/>
                  </a:cubicBezTo>
                  <a:cubicBezTo>
                    <a:pt x="665050" y="1479903"/>
                    <a:pt x="655019" y="1440408"/>
                    <a:pt x="653920" y="1399437"/>
                  </a:cubicBezTo>
                  <a:cubicBezTo>
                    <a:pt x="652652" y="1355309"/>
                    <a:pt x="639893" y="1323154"/>
                    <a:pt x="612686" y="1296979"/>
                  </a:cubicBezTo>
                  <a:cubicBezTo>
                    <a:pt x="595576" y="1280408"/>
                    <a:pt x="578401" y="1259588"/>
                    <a:pt x="570220" y="1235618"/>
                  </a:cubicBezTo>
                  <a:cubicBezTo>
                    <a:pt x="553631" y="1186194"/>
                    <a:pt x="545669" y="1131821"/>
                    <a:pt x="529736" y="1081752"/>
                  </a:cubicBezTo>
                  <a:cubicBezTo>
                    <a:pt x="507466" y="1011390"/>
                    <a:pt x="481332" y="944631"/>
                    <a:pt x="414305" y="918292"/>
                  </a:cubicBezTo>
                  <a:cubicBezTo>
                    <a:pt x="377314" y="903769"/>
                    <a:pt x="368843" y="874065"/>
                    <a:pt x="373924" y="825689"/>
                  </a:cubicBezTo>
                  <a:cubicBezTo>
                    <a:pt x="375689" y="809590"/>
                    <a:pt x="376722" y="786203"/>
                    <a:pt x="368949" y="778726"/>
                  </a:cubicBezTo>
                  <a:cubicBezTo>
                    <a:pt x="345838" y="756354"/>
                    <a:pt x="349308" y="725824"/>
                    <a:pt x="347020" y="694643"/>
                  </a:cubicBezTo>
                  <a:cubicBezTo>
                    <a:pt x="345704" y="675894"/>
                    <a:pt x="339306" y="651346"/>
                    <a:pt x="327478" y="642898"/>
                  </a:cubicBezTo>
                  <a:cubicBezTo>
                    <a:pt x="279698" y="608395"/>
                    <a:pt x="263590" y="549247"/>
                    <a:pt x="243468" y="491960"/>
                  </a:cubicBezTo>
                  <a:cubicBezTo>
                    <a:pt x="237433" y="475142"/>
                    <a:pt x="230250" y="456843"/>
                    <a:pt x="218930" y="446010"/>
                  </a:cubicBezTo>
                  <a:cubicBezTo>
                    <a:pt x="194433" y="422927"/>
                    <a:pt x="180036" y="395344"/>
                    <a:pt x="180614" y="354892"/>
                  </a:cubicBezTo>
                  <a:cubicBezTo>
                    <a:pt x="180923" y="342010"/>
                    <a:pt x="176523" y="328798"/>
                    <a:pt x="171988" y="317521"/>
                  </a:cubicBezTo>
                  <a:cubicBezTo>
                    <a:pt x="162052" y="293291"/>
                    <a:pt x="148442" y="271315"/>
                    <a:pt x="139875" y="246378"/>
                  </a:cubicBezTo>
                  <a:cubicBezTo>
                    <a:pt x="117577" y="182780"/>
                    <a:pt x="95749" y="119890"/>
                    <a:pt x="51499" y="73211"/>
                  </a:cubicBezTo>
                  <a:cubicBezTo>
                    <a:pt x="40691" y="61834"/>
                    <a:pt x="29467" y="49763"/>
                    <a:pt x="19690" y="36621"/>
                  </a:cubicBezTo>
                  <a:close/>
                </a:path>
              </a:pathLst>
            </a:custGeom>
            <a:blipFill dpi="0" rotWithShape="1">
              <a:blip r:embed="rId5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84176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7AE7A3-1B2F-3EE6-8179-FA950692B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Scene Will Feature: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2DF3FF-F420-4BE9-945E-07F185D1D4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439544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37798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A14F80-6752-2B9B-5929-0C1FA67167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6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44C4BB-8447-D8F4-8FFD-47F9AAA4B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Scene Layout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3183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3862C4-AF86-1EE0-832A-D7258148E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430" y="583345"/>
            <a:ext cx="7160357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Check Github For Performance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8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708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82</Words>
  <Application>Microsoft Office PowerPoint</Application>
  <PresentationFormat>Widescreen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Game Engine</vt:lpstr>
      <vt:lpstr>Theme</vt:lpstr>
      <vt:lpstr>Scene Will Feature:</vt:lpstr>
      <vt:lpstr>Scene Layout</vt:lpstr>
      <vt:lpstr>Check Github For Performance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Harper</dc:creator>
  <cp:lastModifiedBy>William Harper</cp:lastModifiedBy>
  <cp:revision>10</cp:revision>
  <dcterms:created xsi:type="dcterms:W3CDTF">2025-02-11T02:55:08Z</dcterms:created>
  <dcterms:modified xsi:type="dcterms:W3CDTF">2025-02-11T03:35:14Z</dcterms:modified>
</cp:coreProperties>
</file>